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wholeTbl>
    <a:band2H>
      <a:tcTxStyle b="def" i="def"/>
      <a:tcStyle>
        <a:tcBdr/>
        <a:fill>
          <a:solidFill>
            <a:srgbClr val="FFFFFF"/>
          </a:solidFill>
        </a:fill>
      </a:tcStyle>
    </a:band2H>
    <a:firstCo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Col>
    <a:la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5" name="Shape 135"/>
          <p:cNvSpPr/>
          <p:nvPr>
            <p:ph type="sldImg"/>
          </p:nvPr>
        </p:nvSpPr>
        <p:spPr>
          <a:xfrm>
            <a:off x="1143000" y="685800"/>
            <a:ext cx="4572000" cy="3429000"/>
          </a:xfrm>
          <a:prstGeom prst="rect">
            <a:avLst/>
          </a:prstGeom>
        </p:spPr>
        <p:txBody>
          <a:bodyPr/>
          <a:lstStyle/>
          <a:p>
            <a:pPr/>
          </a:p>
        </p:txBody>
      </p:sp>
      <p:sp>
        <p:nvSpPr>
          <p:cNvPr id="136" name="Shape 13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13"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4"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5" name="Title Text"/>
          <p:cNvSpPr txBox="1"/>
          <p:nvPr>
            <p:ph type="title"/>
          </p:nvPr>
        </p:nvSpPr>
        <p:spPr>
          <a:xfrm>
            <a:off x="1050877" y="1322386"/>
            <a:ext cx="10363201" cy="1470002"/>
          </a:xfrm>
          <a:prstGeom prst="rect">
            <a:avLst/>
          </a:prstGeom>
        </p:spPr>
        <p:txBody>
          <a:bodyPr/>
          <a:lstStyle/>
          <a:p>
            <a:pPr/>
            <a:r>
              <a:t>Title Text</a:t>
            </a:r>
          </a:p>
        </p:txBody>
      </p:sp>
      <p:sp>
        <p:nvSpPr>
          <p:cNvPr id="16" name="Body Level One…"/>
          <p:cNvSpPr txBox="1"/>
          <p:nvPr>
            <p:ph type="body" sz="quarter" idx="1"/>
          </p:nvPr>
        </p:nvSpPr>
        <p:spPr>
          <a:xfrm>
            <a:off x="2032000" y="3326641"/>
            <a:ext cx="8534400" cy="1752602"/>
          </a:xfrm>
          <a:prstGeom prst="rect">
            <a:avLst/>
          </a:prstGeom>
        </p:spPr>
        <p:txBody>
          <a:bodyPr/>
          <a:lstStyle>
            <a:lvl1pPr marL="304800" indent="-228600" algn="ctr">
              <a:buClrTx/>
              <a:buSzTx/>
              <a:buFontTx/>
              <a:buNone/>
              <a:defRPr b="1" sz="2000">
                <a:solidFill>
                  <a:srgbClr val="17365D"/>
                </a:solidFill>
              </a:defRPr>
            </a:lvl1pPr>
            <a:lvl2pPr marL="304800" indent="76200" algn="ctr">
              <a:buClrTx/>
              <a:buSzTx/>
              <a:buFontTx/>
              <a:buNone/>
              <a:defRPr b="1" sz="2000">
                <a:solidFill>
                  <a:srgbClr val="17365D"/>
                </a:solidFill>
              </a:defRPr>
            </a:lvl2pPr>
            <a:lvl3pPr marL="304800" indent="76200" algn="ctr">
              <a:buClrTx/>
              <a:buSzTx/>
              <a:buFontTx/>
              <a:buNone/>
              <a:defRPr b="1" sz="2000">
                <a:solidFill>
                  <a:srgbClr val="17365D"/>
                </a:solidFill>
              </a:defRPr>
            </a:lvl3pPr>
            <a:lvl4pPr marL="304800" indent="76200" algn="ctr">
              <a:buClrTx/>
              <a:buSzTx/>
              <a:buFontTx/>
              <a:buNone/>
              <a:defRPr b="1" sz="2000">
                <a:solidFill>
                  <a:srgbClr val="17365D"/>
                </a:solidFill>
              </a:defRPr>
            </a:lvl4pPr>
            <a:lvl5pPr marL="304800" indent="76200" algn="ctr">
              <a:buClrTx/>
              <a:buSzTx/>
              <a:buFontTx/>
              <a:buNone/>
              <a:defRPr b="1" sz="2000">
                <a:solidFill>
                  <a:srgbClr val="17365D"/>
                </a:solidFill>
              </a:defRPr>
            </a:lvl5p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4" name="Title Text"/>
          <p:cNvSpPr txBox="1"/>
          <p:nvPr>
            <p:ph type="title"/>
          </p:nvPr>
        </p:nvSpPr>
        <p:spPr>
          <a:prstGeom prst="rect">
            <a:avLst/>
          </a:prstGeom>
        </p:spPr>
        <p:txBody>
          <a:bodyPr/>
          <a:lstStyle/>
          <a:p>
            <a:pPr/>
            <a:r>
              <a:t>Title Text</a:t>
            </a:r>
          </a:p>
        </p:txBody>
      </p:sp>
      <p:sp>
        <p:nvSpPr>
          <p:cNvPr id="25"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33"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34"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35" name="Title Text"/>
          <p:cNvSpPr txBox="1"/>
          <p:nvPr>
            <p:ph type="title"/>
          </p:nvPr>
        </p:nvSpPr>
        <p:spPr>
          <a:xfrm>
            <a:off x="963084" y="4406903"/>
            <a:ext cx="10363201" cy="1362002"/>
          </a:xfrm>
          <a:prstGeom prst="rect">
            <a:avLst/>
          </a:prstGeom>
        </p:spPr>
        <p:txBody>
          <a:bodyPr anchor="t"/>
          <a:lstStyle>
            <a:lvl1pPr>
              <a:defRPr sz="4000">
                <a:solidFill>
                  <a:srgbClr val="FF0000"/>
                </a:solidFill>
              </a:defRPr>
            </a:lvl1pPr>
          </a:lstStyle>
          <a:p>
            <a:pPr/>
            <a:r>
              <a:t>Title Text</a:t>
            </a:r>
          </a:p>
        </p:txBody>
      </p:sp>
      <p:sp>
        <p:nvSpPr>
          <p:cNvPr id="36" name="Body Level One…"/>
          <p:cNvSpPr txBox="1"/>
          <p:nvPr>
            <p:ph type="body" sz="quarter" idx="1"/>
          </p:nvPr>
        </p:nvSpPr>
        <p:spPr>
          <a:xfrm>
            <a:off x="963084" y="2906713"/>
            <a:ext cx="10363201" cy="1500302"/>
          </a:xfrm>
          <a:prstGeom prst="rect">
            <a:avLst/>
          </a:prstGeom>
        </p:spPr>
        <p:txBody>
          <a:bodyPr anchor="b"/>
          <a:lstStyle>
            <a:lvl1pPr marL="0" indent="228600">
              <a:buClrTx/>
              <a:buSzTx/>
              <a:buFontTx/>
              <a:buNone/>
              <a:defRPr sz="2000">
                <a:solidFill>
                  <a:srgbClr val="888888"/>
                </a:solidFill>
              </a:defRPr>
            </a:lvl1pPr>
            <a:lvl2pPr marL="0" indent="228600">
              <a:buClrTx/>
              <a:buSzTx/>
              <a:buFontTx/>
              <a:buNone/>
              <a:defRPr sz="2000">
                <a:solidFill>
                  <a:srgbClr val="888888"/>
                </a:solidFill>
              </a:defRPr>
            </a:lvl2pPr>
            <a:lvl3pPr marL="0" indent="228600">
              <a:buClrTx/>
              <a:buSzTx/>
              <a:buFontTx/>
              <a:buNone/>
              <a:defRPr sz="2000">
                <a:solidFill>
                  <a:srgbClr val="888888"/>
                </a:solidFill>
              </a:defRPr>
            </a:lvl3pPr>
            <a:lvl4pPr marL="0" indent="228600">
              <a:buClrTx/>
              <a:buSzTx/>
              <a:buFontTx/>
              <a:buNone/>
              <a:defRPr sz="2000">
                <a:solidFill>
                  <a:srgbClr val="888888"/>
                </a:solidFill>
              </a:defRPr>
            </a:lvl4pPr>
            <a:lvl5pPr marL="0" indent="228600">
              <a:buClrTx/>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sp>
        <p:nvSpPr>
          <p:cNvPr id="44"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45"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4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47" name="Body Level One…"/>
          <p:cNvSpPr txBox="1"/>
          <p:nvPr>
            <p:ph type="body" sz="half" idx="1"/>
          </p:nvPr>
        </p:nvSpPr>
        <p:spPr>
          <a:xfrm>
            <a:off x="609600" y="1600203"/>
            <a:ext cx="5384702" cy="4526101"/>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8" indent="-497838">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pPr/>
            <a:r>
              <a:t>Body Level One</a:t>
            </a:r>
          </a:p>
          <a:p>
            <a:pPr lvl="1"/>
            <a:r>
              <a:t>Body Level Two</a:t>
            </a:r>
          </a:p>
          <a:p>
            <a:pPr lvl="2"/>
            <a:r>
              <a:t>Body Level Three</a:t>
            </a:r>
          </a:p>
          <a:p>
            <a:pPr lvl="3"/>
            <a:r>
              <a:t>Body Level Four</a:t>
            </a:r>
          </a:p>
          <a:p>
            <a:pPr lvl="4"/>
            <a:r>
              <a:t>Body Level Five</a:t>
            </a:r>
          </a:p>
        </p:txBody>
      </p:sp>
      <p:sp>
        <p:nvSpPr>
          <p:cNvPr id="48" name="Google Shape;34;p5"/>
          <p:cNvSpPr txBox="1"/>
          <p:nvPr>
            <p:ph type="body" sz="half" idx="21"/>
          </p:nvPr>
        </p:nvSpPr>
        <p:spPr>
          <a:xfrm>
            <a:off x="6197598" y="1600202"/>
            <a:ext cx="5384703" cy="4526103"/>
          </a:xfrm>
          <a:prstGeom prst="rect">
            <a:avLst/>
          </a:prstGeom>
        </p:spPr>
        <p:txBody>
          <a:bodyPr/>
          <a:lstStyle/>
          <a:p>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WITH_TEXT">
    <p:spTree>
      <p:nvGrpSpPr>
        <p:cNvPr id="1" name=""/>
        <p:cNvGrpSpPr/>
        <p:nvPr/>
      </p:nvGrpSpPr>
      <p:grpSpPr>
        <a:xfrm>
          <a:off x="0" y="0"/>
          <a:ext cx="0" cy="0"/>
          <a:chOff x="0" y="0"/>
          <a:chExt cx="0" cy="0"/>
        </a:xfrm>
      </p:grpSpPr>
      <p:sp>
        <p:nvSpPr>
          <p:cNvPr id="56"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57"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58" name="Title Text"/>
          <p:cNvSpPr txBox="1"/>
          <p:nvPr>
            <p:ph type="title"/>
          </p:nvPr>
        </p:nvSpPr>
        <p:spPr>
          <a:xfrm>
            <a:off x="859367" y="304800"/>
            <a:ext cx="10668001" cy="487500"/>
          </a:xfrm>
          <a:prstGeom prst="rect">
            <a:avLst/>
          </a:prstGeom>
        </p:spPr>
        <p:txBody>
          <a:bodyPr/>
          <a:lstStyle>
            <a:lvl1pPr>
              <a:defRPr>
                <a:solidFill>
                  <a:srgbClr val="FF0000"/>
                </a:solidFill>
              </a:defRPr>
            </a:lvl1pPr>
          </a:lstStyle>
          <a:p>
            <a:pPr/>
            <a:r>
              <a:t>Title Text</a:t>
            </a:r>
          </a:p>
        </p:txBody>
      </p:sp>
      <p:sp>
        <p:nvSpPr>
          <p:cNvPr id="59" name="Body Level One…"/>
          <p:cNvSpPr txBox="1"/>
          <p:nvPr>
            <p:ph type="body" sz="quarter" idx="1"/>
          </p:nvPr>
        </p:nvSpPr>
        <p:spPr>
          <a:xfrm>
            <a:off x="609600" y="1535112"/>
            <a:ext cx="5386800" cy="639902"/>
          </a:xfrm>
          <a:prstGeom prst="rect">
            <a:avLst/>
          </a:prstGeom>
        </p:spPr>
        <p:txBody>
          <a:bodyPr anchor="b"/>
          <a:lstStyle>
            <a:lvl1pPr marL="0" indent="228600">
              <a:buClrTx/>
              <a:buSzTx/>
              <a:buFontTx/>
              <a:buNone/>
              <a:defRPr b="1"/>
            </a:lvl1pPr>
            <a:lvl2pPr marL="0" indent="228600">
              <a:buClrTx/>
              <a:buSzTx/>
              <a:buFontTx/>
              <a:buNone/>
              <a:defRPr b="1"/>
            </a:lvl2pPr>
            <a:lvl3pPr marL="0" indent="228600">
              <a:buClrTx/>
              <a:buSzTx/>
              <a:buFontTx/>
              <a:buNone/>
              <a:defRPr b="1"/>
            </a:lvl3pPr>
            <a:lvl4pPr marL="0" indent="228600">
              <a:buClrTx/>
              <a:buSzTx/>
              <a:buFontTx/>
              <a:buNone/>
              <a:defRPr b="1"/>
            </a:lvl4pPr>
            <a:lvl5pPr marL="0" indent="228600">
              <a:buClrTx/>
              <a:buSzTx/>
              <a:buFontTx/>
              <a:buNone/>
              <a:defRPr b="1"/>
            </a:lvl5pPr>
          </a:lstStyle>
          <a:p>
            <a:pPr/>
            <a:r>
              <a:t>Body Level One</a:t>
            </a:r>
          </a:p>
          <a:p>
            <a:pPr lvl="1"/>
            <a:r>
              <a:t>Body Level Two</a:t>
            </a:r>
          </a:p>
          <a:p>
            <a:pPr lvl="2"/>
            <a:r>
              <a:t>Body Level Three</a:t>
            </a:r>
          </a:p>
          <a:p>
            <a:pPr lvl="3"/>
            <a:r>
              <a:t>Body Level Four</a:t>
            </a:r>
          </a:p>
          <a:p>
            <a:pPr lvl="4"/>
            <a:r>
              <a:t>Body Level Five</a:t>
            </a:r>
          </a:p>
        </p:txBody>
      </p:sp>
      <p:sp>
        <p:nvSpPr>
          <p:cNvPr id="60" name="Google Shape;41;p6"/>
          <p:cNvSpPr txBox="1"/>
          <p:nvPr>
            <p:ph type="body" sz="half" idx="21"/>
          </p:nvPr>
        </p:nvSpPr>
        <p:spPr>
          <a:xfrm>
            <a:off x="609599" y="2174875"/>
            <a:ext cx="5386802" cy="3951300"/>
          </a:xfrm>
          <a:prstGeom prst="rect">
            <a:avLst/>
          </a:prstGeom>
        </p:spPr>
        <p:txBody>
          <a:bodyPr/>
          <a:lstStyle/>
          <a:p>
            <a:pPr/>
          </a:p>
        </p:txBody>
      </p:sp>
      <p:sp>
        <p:nvSpPr>
          <p:cNvPr id="61" name="Google Shape;42;p6"/>
          <p:cNvSpPr txBox="1"/>
          <p:nvPr>
            <p:ph type="body" sz="quarter" idx="22"/>
          </p:nvPr>
        </p:nvSpPr>
        <p:spPr>
          <a:xfrm>
            <a:off x="6193368" y="1535112"/>
            <a:ext cx="5388902" cy="639902"/>
          </a:xfrm>
          <a:prstGeom prst="rect">
            <a:avLst/>
          </a:prstGeom>
        </p:spPr>
        <p:txBody>
          <a:bodyPr anchor="b"/>
          <a:lstStyle/>
          <a:p>
            <a:pPr/>
          </a:p>
        </p:txBody>
      </p:sp>
      <p:sp>
        <p:nvSpPr>
          <p:cNvPr id="62" name="Google Shape;43;p6"/>
          <p:cNvSpPr txBox="1"/>
          <p:nvPr>
            <p:ph type="body" sz="half" idx="23"/>
          </p:nvPr>
        </p:nvSpPr>
        <p:spPr>
          <a:xfrm>
            <a:off x="6193368" y="2174875"/>
            <a:ext cx="5388902" cy="3951300"/>
          </a:xfrm>
          <a:prstGeom prst="rect">
            <a:avLst/>
          </a:prstGeom>
        </p:spPr>
        <p:txBody>
          <a:bodyPr/>
          <a:lstStyle/>
          <a:p>
            <a:pP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sp>
        <p:nvSpPr>
          <p:cNvPr id="70"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71"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72" name="Title Text"/>
          <p:cNvSpPr txBox="1"/>
          <p:nvPr>
            <p:ph type="title"/>
          </p:nvPr>
        </p:nvSpPr>
        <p:spPr>
          <a:xfrm>
            <a:off x="3860800" y="274638"/>
            <a:ext cx="7721700" cy="487502"/>
          </a:xfrm>
          <a:prstGeom prst="rect">
            <a:avLst/>
          </a:prstGeom>
        </p:spPr>
        <p:txBody>
          <a:bodyPr/>
          <a:lstStyle>
            <a:lvl1pPr>
              <a:defRPr>
                <a:solidFill>
                  <a:srgbClr val="FF0000"/>
                </a:solidFill>
              </a:defRPr>
            </a:lvl1pPr>
          </a:lstStyle>
          <a:p>
            <a:pPr/>
            <a:r>
              <a:t>Title Text</a:t>
            </a:r>
          </a:p>
        </p:txBody>
      </p:sp>
      <p:pic>
        <p:nvPicPr>
          <p:cNvPr id="73" name="Google Shape;52;p7" descr="Google Shape;52;p7"/>
          <p:cNvPicPr>
            <a:picLocks noChangeAspect="1"/>
          </p:cNvPicPr>
          <p:nvPr/>
        </p:nvPicPr>
        <p:blipFill>
          <a:blip r:embed="rId3">
            <a:extLst/>
          </a:blip>
          <a:stretch>
            <a:fillRect/>
          </a:stretch>
        </p:blipFill>
        <p:spPr>
          <a:xfrm>
            <a:off x="2505207" y="139873"/>
            <a:ext cx="9686796" cy="698327"/>
          </a:xfrm>
          <a:prstGeom prst="rect">
            <a:avLst/>
          </a:prstGeom>
          <a:ln w="12700">
            <a:miter lim="400000"/>
          </a:ln>
        </p:spPr>
      </p:pic>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81"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82"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WITH_CAPTION_TEXT">
    <p:spTree>
      <p:nvGrpSpPr>
        <p:cNvPr id="1" name=""/>
        <p:cNvGrpSpPr/>
        <p:nvPr/>
      </p:nvGrpSpPr>
      <p:grpSpPr>
        <a:xfrm>
          <a:off x="0" y="0"/>
          <a:ext cx="0" cy="0"/>
          <a:chOff x="0" y="0"/>
          <a:chExt cx="0" cy="0"/>
        </a:xfrm>
      </p:grpSpPr>
      <p:sp>
        <p:nvSpPr>
          <p:cNvPr id="90"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91"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92" name="Title Text"/>
          <p:cNvSpPr txBox="1"/>
          <p:nvPr>
            <p:ph type="title"/>
          </p:nvPr>
        </p:nvSpPr>
        <p:spPr>
          <a:xfrm>
            <a:off x="609601" y="273050"/>
            <a:ext cx="4011003" cy="1162200"/>
          </a:xfrm>
          <a:prstGeom prst="rect">
            <a:avLst/>
          </a:prstGeom>
        </p:spPr>
        <p:txBody>
          <a:bodyPr anchor="b"/>
          <a:lstStyle>
            <a:lvl1pPr>
              <a:defRPr sz="2000">
                <a:solidFill>
                  <a:srgbClr val="FF0000"/>
                </a:solidFill>
              </a:defRPr>
            </a:lvl1pPr>
          </a:lstStyle>
          <a:p>
            <a:pPr/>
            <a:r>
              <a:t>Title Text</a:t>
            </a:r>
          </a:p>
        </p:txBody>
      </p:sp>
      <p:sp>
        <p:nvSpPr>
          <p:cNvPr id="93" name="Body Level One…"/>
          <p:cNvSpPr txBox="1"/>
          <p:nvPr>
            <p:ph type="body" idx="1"/>
          </p:nvPr>
        </p:nvSpPr>
        <p:spPr>
          <a:xfrm>
            <a:off x="4766733" y="273053"/>
            <a:ext cx="6815702" cy="5853001"/>
          </a:xfrm>
          <a:prstGeom prst="rect">
            <a:avLst/>
          </a:prstGeom>
        </p:spPr>
        <p:txBody>
          <a:bodyPr/>
          <a:lstStyle>
            <a:lvl1pPr indent="-431800">
              <a:spcBef>
                <a:spcPts val="600"/>
              </a:spcBef>
              <a:buSzPts val="3200"/>
              <a:defRPr sz="3200"/>
            </a:lvl1pPr>
            <a:lvl2pPr marL="972457" indent="-464457">
              <a:spcBef>
                <a:spcPts val="600"/>
              </a:spcBef>
              <a:buSzPts val="3200"/>
              <a:defRPr sz="3200"/>
            </a:lvl2pPr>
            <a:lvl3pPr marL="1498600" indent="-508000">
              <a:spcBef>
                <a:spcPts val="600"/>
              </a:spcBef>
              <a:buSzPts val="3200"/>
              <a:defRPr sz="3200"/>
            </a:lvl3pPr>
            <a:lvl4pPr marL="2042160" indent="-568960">
              <a:spcBef>
                <a:spcPts val="600"/>
              </a:spcBef>
              <a:buSzPts val="3200"/>
              <a:defRPr sz="3200"/>
            </a:lvl4pPr>
            <a:lvl5pPr marL="2499360" indent="-568960">
              <a:spcBef>
                <a:spcPts val="600"/>
              </a:spcBef>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94" name="Google Shape;60;p9"/>
          <p:cNvSpPr txBox="1"/>
          <p:nvPr>
            <p:ph type="body" sz="half" idx="21"/>
          </p:nvPr>
        </p:nvSpPr>
        <p:spPr>
          <a:xfrm>
            <a:off x="609600" y="1435102"/>
            <a:ext cx="4011004" cy="4691103"/>
          </a:xfrm>
          <a:prstGeom prst="rect">
            <a:avLst/>
          </a:prstGeom>
        </p:spPr>
        <p:txBody>
          <a:bodyPr/>
          <a:lstStyle/>
          <a:p>
            <a:pP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sp>
        <p:nvSpPr>
          <p:cNvPr id="102"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03"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04" name="Title Text"/>
          <p:cNvSpPr txBox="1"/>
          <p:nvPr>
            <p:ph type="title"/>
          </p:nvPr>
        </p:nvSpPr>
        <p:spPr>
          <a:xfrm>
            <a:off x="2389715" y="4800600"/>
            <a:ext cx="7315202" cy="566702"/>
          </a:xfrm>
          <a:prstGeom prst="rect">
            <a:avLst/>
          </a:prstGeom>
        </p:spPr>
        <p:txBody>
          <a:bodyPr anchor="b"/>
          <a:lstStyle>
            <a:lvl1pPr>
              <a:defRPr sz="2000">
                <a:solidFill>
                  <a:srgbClr val="FF0000"/>
                </a:solidFill>
              </a:defRPr>
            </a:lvl1pPr>
          </a:lstStyle>
          <a:p>
            <a:pPr/>
            <a:r>
              <a:t>Title Text</a:t>
            </a:r>
          </a:p>
        </p:txBody>
      </p:sp>
      <p:sp>
        <p:nvSpPr>
          <p:cNvPr id="105" name="Google Shape;66;p10"/>
          <p:cNvSpPr/>
          <p:nvPr>
            <p:ph type="pic" sz="half" idx="21"/>
          </p:nvPr>
        </p:nvSpPr>
        <p:spPr>
          <a:xfrm>
            <a:off x="2389715" y="612775"/>
            <a:ext cx="7315202" cy="4114800"/>
          </a:xfrm>
          <a:prstGeom prst="rect">
            <a:avLst/>
          </a:prstGeom>
        </p:spPr>
        <p:txBody>
          <a:bodyPr lIns="91439" tIns="45719" rIns="91439" bIns="45719">
            <a:noAutofit/>
          </a:bodyPr>
          <a:lstStyle/>
          <a:p>
            <a:pPr/>
          </a:p>
        </p:txBody>
      </p:sp>
      <p:sp>
        <p:nvSpPr>
          <p:cNvPr id="106" name="Body Level One…"/>
          <p:cNvSpPr txBox="1"/>
          <p:nvPr>
            <p:ph type="body" sz="quarter" idx="1"/>
          </p:nvPr>
        </p:nvSpPr>
        <p:spPr>
          <a:xfrm>
            <a:off x="2389715" y="5367337"/>
            <a:ext cx="7315202" cy="804902"/>
          </a:xfrm>
          <a:prstGeom prst="rect">
            <a:avLst/>
          </a:prstGeom>
        </p:spPr>
        <p:txBody>
          <a:bodyPr/>
          <a:lstStyle>
            <a:lvl1pPr marL="0" indent="228600">
              <a:spcBef>
                <a:spcPts val="200"/>
              </a:spcBef>
              <a:buClrTx/>
              <a:buSzTx/>
              <a:buFontTx/>
              <a:buNone/>
              <a:defRPr sz="1400"/>
            </a:lvl1pPr>
            <a:lvl2pPr marL="0" indent="228600">
              <a:spcBef>
                <a:spcPts val="200"/>
              </a:spcBef>
              <a:buClrTx/>
              <a:buSzTx/>
              <a:buFontTx/>
              <a:buNone/>
              <a:defRPr sz="1400"/>
            </a:lvl2pPr>
            <a:lvl3pPr marL="0" indent="228600">
              <a:spcBef>
                <a:spcPts val="200"/>
              </a:spcBef>
              <a:buClrTx/>
              <a:buSzTx/>
              <a:buFontTx/>
              <a:buNone/>
              <a:defRPr sz="1400"/>
            </a:lvl3pPr>
            <a:lvl4pPr marL="0" indent="228600">
              <a:spcBef>
                <a:spcPts val="200"/>
              </a:spcBef>
              <a:buClrTx/>
              <a:buSzTx/>
              <a:buFontTx/>
              <a:buNone/>
              <a:defRPr sz="1400"/>
            </a:lvl4pPr>
            <a:lvl5pPr marL="0" indent="228600">
              <a:spcBef>
                <a:spcPts val="200"/>
              </a:spcBef>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sp>
        <p:nvSpPr>
          <p:cNvPr id="114"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15"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1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117" name="Body Level One…"/>
          <p:cNvSpPr txBox="1"/>
          <p:nvPr>
            <p:ph type="body" idx="1"/>
          </p:nvPr>
        </p:nvSpPr>
        <p:spPr>
          <a:xfrm rot="5400000">
            <a:off x="3670300" y="-1714500"/>
            <a:ext cx="4953000" cy="106680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125"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126"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127" name="Title Text"/>
          <p:cNvSpPr txBox="1"/>
          <p:nvPr>
            <p:ph type="title"/>
          </p:nvPr>
        </p:nvSpPr>
        <p:spPr>
          <a:xfrm rot="5400000">
            <a:off x="7285049" y="1828791"/>
            <a:ext cx="5851502" cy="2743202"/>
          </a:xfrm>
          <a:prstGeom prst="rect">
            <a:avLst/>
          </a:prstGeom>
        </p:spPr>
        <p:txBody>
          <a:bodyPr/>
          <a:lstStyle>
            <a:lvl1pPr>
              <a:defRPr>
                <a:solidFill>
                  <a:srgbClr val="FF0000"/>
                </a:solidFill>
              </a:defRPr>
            </a:lvl1pPr>
          </a:lstStyle>
          <a:p>
            <a:pPr/>
            <a:r>
              <a:t>Title Text</a:t>
            </a:r>
          </a:p>
        </p:txBody>
      </p:sp>
      <p:sp>
        <p:nvSpPr>
          <p:cNvPr id="128" name="Body Level One…"/>
          <p:cNvSpPr txBox="1"/>
          <p:nvPr>
            <p:ph type="body" idx="1"/>
          </p:nvPr>
        </p:nvSpPr>
        <p:spPr>
          <a:xfrm rot="5400000">
            <a:off x="1696998" y="-812860"/>
            <a:ext cx="5851502" cy="80265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Google Shape;11;p1"/>
          <p:cNvSpPr/>
          <p:nvPr/>
        </p:nvSpPr>
        <p:spPr>
          <a:xfrm>
            <a:off x="812800" y="914400"/>
            <a:ext cx="10668002" cy="0"/>
          </a:xfrm>
          <a:prstGeom prst="line">
            <a:avLst/>
          </a:prstGeom>
          <a:ln w="57150">
            <a:solidFill>
              <a:srgbClr val="000000"/>
            </a:solidFill>
          </a:ln>
        </p:spPr>
        <p:txBody>
          <a:bodyPr lIns="45718" tIns="45718" rIns="45718" bIns="45718"/>
          <a:lstStyle/>
          <a:p>
            <a:pPr/>
          </a:p>
        </p:txBody>
      </p:sp>
      <p:pic>
        <p:nvPicPr>
          <p:cNvPr id="3" name="Google Shape;12;p1" descr="Google Shape;12;p1"/>
          <p:cNvPicPr>
            <a:picLocks noChangeAspect="1"/>
          </p:cNvPicPr>
          <p:nvPr/>
        </p:nvPicPr>
        <p:blipFill>
          <a:blip r:embed="rId2">
            <a:extLst/>
          </a:blip>
          <a:srcRect l="0" t="0" r="0" b="18046"/>
          <a:stretch>
            <a:fillRect/>
          </a:stretch>
        </p:blipFill>
        <p:spPr>
          <a:xfrm>
            <a:off x="0" y="5991366"/>
            <a:ext cx="12192001" cy="866635"/>
          </a:xfrm>
          <a:prstGeom prst="rect">
            <a:avLst/>
          </a:prstGeom>
          <a:ln w="12700">
            <a:miter lim="400000"/>
          </a:ln>
        </p:spPr>
      </p:pic>
      <p:sp>
        <p:nvSpPr>
          <p:cNvPr id="4" name="Title Text"/>
          <p:cNvSpPr txBox="1"/>
          <p:nvPr>
            <p:ph type="title"/>
          </p:nvPr>
        </p:nvSpPr>
        <p:spPr>
          <a:xfrm>
            <a:off x="812800" y="274638"/>
            <a:ext cx="10668000" cy="48750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5" name="Body Level One…"/>
          <p:cNvSpPr txBox="1"/>
          <p:nvPr>
            <p:ph type="body" idx="1"/>
          </p:nvPr>
        </p:nvSpPr>
        <p:spPr>
          <a:xfrm>
            <a:off x="812800" y="1143000"/>
            <a:ext cx="10668000" cy="495300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11284627" y="6397954"/>
            <a:ext cx="297874" cy="281899"/>
          </a:xfrm>
          <a:prstGeom prst="rect">
            <a:avLst/>
          </a:prstGeom>
          <a:ln w="12700">
            <a:miter lim="400000"/>
          </a:ln>
        </p:spPr>
        <p:txBody>
          <a:bodyPr wrap="none" lIns="45699" tIns="45699" rIns="45699" bIns="45699" anchor="ctr">
            <a:spAutoFit/>
          </a:bodyPr>
          <a:lstStyle>
            <a:lvl1pPr algn="r">
              <a:defRPr sz="1200">
                <a:solidFill>
                  <a:srgbClr val="888888"/>
                </a:solidFill>
                <a:latin typeface="Verdana"/>
                <a:ea typeface="Verdana"/>
                <a:cs typeface="Verdana"/>
                <a:sym typeface="Verdan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1pPr>
      <a:lvl2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2pPr>
      <a:lvl3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3pPr>
      <a:lvl4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4pPr>
      <a:lvl5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5pPr>
      <a:lvl6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6pPr>
      <a:lvl7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7pPr>
      <a:lvl8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8pPr>
      <a:lvl9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9pPr>
    </p:titleStyle>
    <p:bodyStyle>
      <a:lvl1pPr marL="457200" marR="0" indent="-3810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1pPr>
      <a:lvl2pPr marL="985519" marR="0" indent="-42671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2pPr>
      <a:lvl3pPr marL="1485900" marR="0" indent="-4572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3pPr>
      <a:lvl4pPr marL="19939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4pPr>
      <a:lvl5pPr marL="24511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5pPr>
      <a:lvl6pPr marL="2811778" marR="0" indent="-411478"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6pPr>
      <a:lvl7pPr marL="3268979" marR="0" indent="-411478"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7pPr>
      <a:lvl8pPr marL="37261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8pPr>
      <a:lvl9pPr marL="41833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Google Shape;87;p13"/>
          <p:cNvSpPr txBox="1"/>
          <p:nvPr>
            <p:ph type="ctrTitle"/>
          </p:nvPr>
        </p:nvSpPr>
        <p:spPr>
          <a:xfrm>
            <a:off x="790468" y="1069101"/>
            <a:ext cx="10363201" cy="962900"/>
          </a:xfrm>
          <a:prstGeom prst="rect">
            <a:avLst/>
          </a:prstGeom>
        </p:spPr>
        <p:txBody>
          <a:bodyPr/>
          <a:lstStyle>
            <a:lvl1pPr algn="ctr">
              <a:defRPr b="0" sz="2400">
                <a:solidFill>
                  <a:srgbClr val="000000"/>
                </a:solidFill>
                <a:latin typeface="Cambria"/>
                <a:ea typeface="Cambria"/>
                <a:cs typeface="Cambria"/>
                <a:sym typeface="Cambria"/>
              </a:defRPr>
            </a:lvl1pPr>
          </a:lstStyle>
          <a:p>
            <a:pPr/>
            <a:r>
              <a:t>COMPUTERIZED COGNITIVE RETRAINING PROGRAM FOR HOME TRAINING OF CHILDREN WITH DISABILITIES</a:t>
            </a:r>
          </a:p>
        </p:txBody>
      </p:sp>
      <p:sp>
        <p:nvSpPr>
          <p:cNvPr id="139" name="Google Shape;88;p13"/>
          <p:cNvSpPr txBox="1"/>
          <p:nvPr>
            <p:ph type="subTitle" sz="quarter" idx="1"/>
          </p:nvPr>
        </p:nvSpPr>
        <p:spPr>
          <a:xfrm>
            <a:off x="790468" y="2045352"/>
            <a:ext cx="4391131" cy="552302"/>
          </a:xfrm>
          <a:prstGeom prst="rect">
            <a:avLst/>
          </a:prstGeom>
        </p:spPr>
        <p:txBody>
          <a:bodyPr/>
          <a:lstStyle>
            <a:lvl1pPr marL="0" indent="0" algn="l">
              <a:spcBef>
                <a:spcPts val="0"/>
              </a:spcBef>
              <a:defRPr b="0" sz="1800">
                <a:latin typeface="Cambria"/>
                <a:ea typeface="Cambria"/>
                <a:cs typeface="Cambria"/>
                <a:sym typeface="Cambria"/>
              </a:defRPr>
            </a:lvl1pPr>
          </a:lstStyle>
          <a:p>
            <a:pPr/>
            <a:r>
              <a:t>Batch Number : CBD_4</a:t>
            </a:r>
          </a:p>
        </p:txBody>
      </p:sp>
      <p:sp>
        <p:nvSpPr>
          <p:cNvPr id="140" name="Google Shape;90;p13"/>
          <p:cNvSpPr txBox="1"/>
          <p:nvPr/>
        </p:nvSpPr>
        <p:spPr>
          <a:xfrm>
            <a:off x="6525920" y="2513339"/>
            <a:ext cx="5422852" cy="202056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defRPr sz="1600">
                <a:solidFill>
                  <a:srgbClr val="17365D"/>
                </a:solidFill>
                <a:latin typeface="Cambria"/>
                <a:ea typeface="Cambria"/>
                <a:cs typeface="Cambria"/>
                <a:sym typeface="Cambria"/>
              </a:defRPr>
            </a:pPr>
            <a:r>
              <a:t>Under the Supervision of,</a:t>
            </a:r>
          </a:p>
          <a:p>
            <a:pPr algn="ctr" defTabSz="841247">
              <a:spcBef>
                <a:spcPts val="300"/>
              </a:spcBef>
              <a:defRPr sz="1800">
                <a:solidFill>
                  <a:srgbClr val="17365D"/>
                </a:solidFill>
                <a:latin typeface="Cambria"/>
                <a:ea typeface="Cambria"/>
                <a:cs typeface="Cambria"/>
                <a:sym typeface="Cambria"/>
              </a:defRPr>
            </a:pPr>
          </a:p>
          <a:p>
            <a:pPr defTabSz="841247">
              <a:spcBef>
                <a:spcPts val="200"/>
              </a:spcBef>
              <a:defRPr sz="1500">
                <a:solidFill>
                  <a:srgbClr val="17365D"/>
                </a:solidFill>
                <a:latin typeface="Cambria"/>
                <a:ea typeface="Cambria"/>
                <a:cs typeface="Cambria"/>
                <a:sym typeface="Cambria"/>
              </a:defRPr>
            </a:pPr>
            <a:r>
              <a:t>Dr. ABDUL MAJID</a:t>
            </a:r>
          </a:p>
          <a:p>
            <a:pPr defTabSz="841247">
              <a:spcBef>
                <a:spcPts val="200"/>
              </a:spcBef>
              <a:defRPr sz="1500">
                <a:solidFill>
                  <a:srgbClr val="17365D"/>
                </a:solidFill>
                <a:latin typeface="Cambria"/>
                <a:ea typeface="Cambria"/>
                <a:cs typeface="Cambria"/>
                <a:sym typeface="Cambria"/>
              </a:defRPr>
            </a:pPr>
            <a:r>
              <a:t>Professor / Associate Professor / Assistant Professor</a:t>
            </a:r>
          </a:p>
          <a:p>
            <a:pPr defTabSz="841247">
              <a:spcBef>
                <a:spcPts val="200"/>
              </a:spcBef>
              <a:defRPr sz="1500">
                <a:solidFill>
                  <a:srgbClr val="17365D"/>
                </a:solidFill>
                <a:latin typeface="Cambria"/>
                <a:ea typeface="Cambria"/>
                <a:cs typeface="Cambria"/>
                <a:sym typeface="Cambria"/>
              </a:defRPr>
            </a:pPr>
            <a:r>
              <a:t>School of Computer Science and Engineering</a:t>
            </a:r>
          </a:p>
          <a:p>
            <a:pPr defTabSz="841247">
              <a:spcBef>
                <a:spcPts val="200"/>
              </a:spcBef>
              <a:defRPr sz="1500">
                <a:solidFill>
                  <a:srgbClr val="17365D"/>
                </a:solidFill>
                <a:latin typeface="Cambria"/>
                <a:ea typeface="Cambria"/>
                <a:cs typeface="Cambria"/>
                <a:sym typeface="Cambria"/>
              </a:defRPr>
            </a:pPr>
            <a:r>
              <a:t>Presidency University</a:t>
            </a:r>
          </a:p>
        </p:txBody>
      </p:sp>
      <p:graphicFrame>
        <p:nvGraphicFramePr>
          <p:cNvPr id="141" name="Google Shape;89;p13"/>
          <p:cNvGraphicFramePr/>
          <p:nvPr/>
        </p:nvGraphicFramePr>
        <p:xfrm>
          <a:off x="553346" y="2721840"/>
          <a:ext cx="5418676" cy="1837460"/>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085000"/>
                <a:gridCol w="3333674"/>
              </a:tblGrid>
              <a:tr h="306243">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306243">
                <a:tc>
                  <a:txBody>
                    <a:bodyPr/>
                    <a:lstStyle/>
                    <a:p>
                      <a:pPr algn="ctr">
                        <a:defRPr sz="1800"/>
                      </a:pPr>
                      <a:r>
                        <a:rPr>
                          <a:sym typeface="Arial"/>
                        </a:rPr>
                        <a:t>VENKATA HEMANTH N</a:t>
                      </a:r>
                    </a:p>
                  </a:txBody>
                  <a:tcPr marL="45725" marR="45725" marT="45725" marB="45725" anchor="ctr" anchorCtr="0" horzOverflow="overflow"/>
                </a:tc>
                <a:tc>
                  <a:txBody>
                    <a:bodyPr/>
                    <a:lstStyle/>
                    <a:p>
                      <a:pPr algn="ctr">
                        <a:defRPr sz="1800"/>
                      </a:pPr>
                      <a:r>
                        <a:rPr>
                          <a:sym typeface="Arial"/>
                        </a:rPr>
                        <a:t>20221CBD0007</a:t>
                      </a:r>
                    </a:p>
                  </a:txBody>
                  <a:tcPr marL="45725" marR="45725" marT="45725" marB="45725" anchor="ctr" anchorCtr="0" horzOverflow="overflow"/>
                </a:tc>
              </a:tr>
              <a:tr h="306243">
                <a:tc>
                  <a:txBody>
                    <a:bodyPr/>
                    <a:lstStyle/>
                    <a:p>
                      <a:pPr algn="ctr">
                        <a:defRPr sz="1800"/>
                      </a:pPr>
                      <a:r>
                        <a:rPr>
                          <a:sym typeface="Arial"/>
                        </a:rPr>
                        <a:t>RUCHIRA SP </a:t>
                      </a:r>
                    </a:p>
                  </a:txBody>
                  <a:tcPr marL="45725" marR="45725" marT="45725" marB="45725" anchor="ctr" anchorCtr="0" horzOverflow="overflow"/>
                </a:tc>
                <a:tc>
                  <a:txBody>
                    <a:bodyPr/>
                    <a:lstStyle/>
                    <a:p>
                      <a:pPr algn="ctr">
                        <a:defRPr sz="1800"/>
                      </a:pPr>
                      <a:r>
                        <a:rPr>
                          <a:sym typeface="Arial"/>
                        </a:rPr>
                        <a:t>20221CBD0042</a:t>
                      </a:r>
                    </a:p>
                  </a:txBody>
                  <a:tcPr marL="45725" marR="45725" marT="45725" marB="45725" anchor="ctr" anchorCtr="0" horzOverflow="overflow"/>
                </a:tc>
              </a:tr>
              <a:tr h="306243">
                <a:tc>
                  <a:txBody>
                    <a:bodyPr/>
                    <a:lstStyle/>
                    <a:p>
                      <a:pPr algn="ctr">
                        <a:defRPr sz="1800"/>
                      </a:pPr>
                      <a:r>
                        <a:rPr>
                          <a:sym typeface="Arial"/>
                        </a:rPr>
                        <a:t>PRAGATHI MV</a:t>
                      </a:r>
                    </a:p>
                  </a:txBody>
                  <a:tcPr marL="45725" marR="45725" marT="45725" marB="45725" anchor="ctr" anchorCtr="0" horzOverflow="overflow"/>
                </a:tc>
                <a:tc>
                  <a:txBody>
                    <a:bodyPr/>
                    <a:lstStyle/>
                    <a:p>
                      <a:pPr algn="ctr">
                        <a:defRPr sz="1800"/>
                      </a:pPr>
                      <a:r>
                        <a:rPr>
                          <a:sym typeface="Arial"/>
                        </a:rPr>
                        <a:t>20221CBD0052</a:t>
                      </a:r>
                    </a:p>
                  </a:txBody>
                  <a:tcPr marL="45725" marR="45725" marT="45725" marB="45725" anchor="ctr" anchorCtr="0" horzOverflow="overflow"/>
                </a:tc>
              </a:tr>
              <a:tr h="306243">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r h="306243">
                <a:tc>
                  <a:txBody>
                    <a:bodyPr/>
                    <a:lstStyle/>
                    <a:p>
                      <a:pPr>
                        <a:defRPr>
                          <a:sym typeface="Arial"/>
                        </a:defRPr>
                      </a:pPr>
                    </a:p>
                  </a:txBody>
                  <a:tcPr marL="45725" marR="45725" marT="45725" marB="45725" anchor="ctr" anchorCtr="0" horzOverflow="overflow"/>
                </a:tc>
                <a:tc>
                  <a:txBody>
                    <a:bodyPr/>
                    <a:lstStyle/>
                    <a:p>
                      <a:pPr>
                        <a:defRPr>
                          <a:sym typeface="Arial"/>
                        </a:defRPr>
                      </a:pPr>
                    </a:p>
                  </a:txBody>
                  <a:tcPr marL="45725" marR="45725" marT="45725" marB="45725" anchor="ctr" anchorCtr="0" horzOverflow="overflow"/>
                </a:tc>
              </a:tr>
            </a:tbl>
          </a:graphicData>
        </a:graphic>
      </p:graphicFrame>
      <p:sp>
        <p:nvSpPr>
          <p:cNvPr id="142" name="Google Shape;91;p13"/>
          <p:cNvSpPr txBox="1"/>
          <p:nvPr/>
        </p:nvSpPr>
        <p:spPr>
          <a:xfrm>
            <a:off x="2877948" y="136439"/>
            <a:ext cx="5407526" cy="7136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2000">
                <a:solidFill>
                  <a:srgbClr val="17365D"/>
                </a:solidFill>
                <a:latin typeface="Cambria"/>
                <a:ea typeface="Cambria"/>
                <a:cs typeface="Cambria"/>
                <a:sym typeface="Cambria"/>
              </a:defRPr>
            </a:pPr>
            <a:r>
              <a:t>CSE7101- Capstone Project</a:t>
            </a:r>
          </a:p>
          <a:p>
            <a:pPr algn="ctr">
              <a:spcBef>
                <a:spcPts val="300"/>
              </a:spcBef>
              <a:defRPr sz="2000">
                <a:solidFill>
                  <a:srgbClr val="17365D"/>
                </a:solidFill>
                <a:latin typeface="Cambria"/>
                <a:ea typeface="Cambria"/>
                <a:cs typeface="Cambria"/>
                <a:sym typeface="Cambria"/>
              </a:defRPr>
            </a:pPr>
            <a:r>
              <a:t>Review-1</a:t>
            </a:r>
          </a:p>
        </p:txBody>
      </p:sp>
      <p:sp>
        <p:nvSpPr>
          <p:cNvPr id="143" name="Google Shape;91;p13"/>
          <p:cNvSpPr txBox="1"/>
          <p:nvPr/>
        </p:nvSpPr>
        <p:spPr>
          <a:xfrm>
            <a:off x="45723" y="4533899"/>
            <a:ext cx="12158469" cy="11581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solidFill>
                  <a:schemeClr val="accent1"/>
                </a:solidFill>
                <a:latin typeface="Cambria"/>
                <a:ea typeface="Cambria"/>
                <a:cs typeface="Cambria"/>
                <a:sym typeface="Cambria"/>
              </a:defRPr>
            </a:pPr>
            <a:r>
              <a:t>Name of the Program: </a:t>
            </a:r>
            <a:r>
              <a:rPr>
                <a:solidFill>
                  <a:srgbClr val="000000"/>
                </a:solidFill>
              </a:rPr>
              <a:t>Computer Science and Technology (Big Data)</a:t>
            </a:r>
          </a:p>
          <a:p>
            <a:pPr>
              <a:defRPr sz="1800">
                <a:solidFill>
                  <a:schemeClr val="accent1"/>
                </a:solidFill>
                <a:latin typeface="Cambria"/>
                <a:ea typeface="Cambria"/>
                <a:cs typeface="Cambria"/>
                <a:sym typeface="Cambria"/>
              </a:defRPr>
            </a:pPr>
            <a:r>
              <a:t>Name of the HoD: </a:t>
            </a:r>
            <a:r>
              <a:rPr>
                <a:solidFill>
                  <a:srgbClr val="000000"/>
                </a:solidFill>
              </a:rPr>
              <a:t>Dr. Pravinthraja S</a:t>
            </a:r>
            <a:endParaRPr>
              <a:solidFill>
                <a:srgbClr val="000000"/>
              </a:solidFill>
            </a:endParaRPr>
          </a:p>
          <a:p>
            <a:pPr>
              <a:defRPr sz="1800">
                <a:solidFill>
                  <a:schemeClr val="accent1"/>
                </a:solidFill>
                <a:latin typeface="Cambria"/>
                <a:ea typeface="Cambria"/>
                <a:cs typeface="Cambria"/>
                <a:sym typeface="Cambria"/>
              </a:defRPr>
            </a:pPr>
            <a:r>
              <a:t>Name of the Program Project Coordinator: </a:t>
            </a:r>
            <a:r>
              <a:rPr>
                <a:solidFill>
                  <a:srgbClr val="000000"/>
                </a:solidFill>
              </a:rPr>
              <a:t>Dr. H M Manjula</a:t>
            </a:r>
            <a:endParaRPr>
              <a:solidFill>
                <a:srgbClr val="FF0000"/>
              </a:solidFill>
            </a:endParaRPr>
          </a:p>
          <a:p>
            <a:pPr>
              <a:defRPr sz="1800">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Google Shape;96;p14"/>
          <p:cNvSpPr txBox="1"/>
          <p:nvPr>
            <p:ph type="title"/>
          </p:nvPr>
        </p:nvSpPr>
        <p:spPr>
          <a:xfrm>
            <a:off x="812800" y="274638"/>
            <a:ext cx="10668000" cy="487502"/>
          </a:xfrm>
          <a:prstGeom prst="rect">
            <a:avLst/>
          </a:prstGeom>
        </p:spPr>
        <p:txBody>
          <a:bodyPr/>
          <a:lstStyle>
            <a:lvl1pPr defTabSz="868680">
              <a:defRPr b="0" sz="2600">
                <a:latin typeface="Cambria"/>
                <a:ea typeface="Cambria"/>
                <a:cs typeface="Cambria"/>
                <a:sym typeface="Cambria"/>
              </a:defRPr>
            </a:lvl1pPr>
          </a:lstStyle>
          <a:p>
            <a:pPr/>
            <a:r>
              <a:t>Problem Statement Number: PSCS_19</a:t>
            </a:r>
          </a:p>
        </p:txBody>
      </p:sp>
      <p:sp>
        <p:nvSpPr>
          <p:cNvPr id="146" name="Google Shape;97;p14"/>
          <p:cNvSpPr txBox="1"/>
          <p:nvPr>
            <p:ph type="body" idx="1"/>
          </p:nvPr>
        </p:nvSpPr>
        <p:spPr>
          <a:xfrm>
            <a:off x="494673" y="1142999"/>
            <a:ext cx="11092726" cy="4953003"/>
          </a:xfrm>
          <a:prstGeom prst="rect">
            <a:avLst/>
          </a:prstGeom>
        </p:spPr>
        <p:txBody>
          <a:bodyPr/>
          <a:lstStyle/>
          <a:p>
            <a:pPr marL="38100" indent="114300" algn="just">
              <a:lnSpc>
                <a:spcPct val="90000"/>
              </a:lnSpc>
              <a:spcBef>
                <a:spcPts val="0"/>
              </a:spcBef>
              <a:buSzTx/>
              <a:buNone/>
              <a:defRPr sz="1800">
                <a:latin typeface="Cambria"/>
                <a:ea typeface="Cambria"/>
                <a:cs typeface="Cambria"/>
                <a:sym typeface="Cambria"/>
              </a:defRPr>
            </a:pPr>
            <a:r>
              <a:t>Organization : </a:t>
            </a:r>
            <a:r>
              <a:rPr sz="1700"/>
              <a:t>Ministry of Social Justice and Empowerment</a:t>
            </a:r>
            <a:endParaRPr sz="1700"/>
          </a:p>
          <a:p>
            <a:pPr marL="38100" indent="114300" algn="just">
              <a:lnSpc>
                <a:spcPct val="90000"/>
              </a:lnSpc>
              <a:spcBef>
                <a:spcPts val="0"/>
              </a:spcBef>
              <a:buSzTx/>
              <a:buNone/>
              <a:defRPr sz="2000">
                <a:latin typeface="Cambria"/>
                <a:ea typeface="Cambria"/>
                <a:cs typeface="Cambria"/>
                <a:sym typeface="Cambria"/>
              </a:defRPr>
            </a:pPr>
          </a:p>
          <a:p>
            <a:pPr marL="38100" indent="114300" algn="just">
              <a:lnSpc>
                <a:spcPct val="180000"/>
              </a:lnSpc>
              <a:spcBef>
                <a:spcPts val="0"/>
              </a:spcBef>
              <a:buSzTx/>
              <a:buNone/>
              <a:defRPr sz="1800">
                <a:latin typeface="Cambria"/>
                <a:ea typeface="Cambria"/>
                <a:cs typeface="Cambria"/>
                <a:sym typeface="Cambria"/>
              </a:defRPr>
            </a:pPr>
            <a:r>
              <a:t>Category (Hardware / Software / Both) </a:t>
            </a:r>
            <a:r>
              <a:rPr sz="1700"/>
              <a:t>: Software</a:t>
            </a:r>
            <a:endParaRPr sz="2200"/>
          </a:p>
          <a:p>
            <a:pPr marL="38100" indent="114300" algn="just">
              <a:lnSpc>
                <a:spcPct val="180000"/>
              </a:lnSpc>
              <a:spcBef>
                <a:spcPts val="0"/>
              </a:spcBef>
              <a:buSzTx/>
              <a:buNone/>
              <a:defRPr sz="1800">
                <a:latin typeface="Cambria"/>
                <a:ea typeface="Cambria"/>
                <a:cs typeface="Cambria"/>
                <a:sym typeface="Cambria"/>
              </a:defRPr>
            </a:pPr>
            <a:r>
              <a:t>Problem Description: </a:t>
            </a:r>
            <a:r>
              <a:rPr sz="1600"/>
              <a:t>Cognitive retraining is a therapeutic strategy that seeks to improve or restore a person's skills in the areas of paying attention, remembering, organizing, reasoning and understanding, problem-solving, decision-making, and higher-level cognitive abilities. Children with Developmental Disability have various cognitive Disabilities. It is common for children with developmental disabilities to suffer from various cognitive disabilities. Presently many therapists use manual cognitive retraining and it is also difficult to monitor home-based training. Few centers offer EEG Neuro Feedback Training. The present proposal is the combined form of Both EEG Neuro feedback and home training. Clinicians can easily monitor the changes based on the progress in- home training as well as changes in EEG profile with a single software.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Google Shape;96;p14"/>
          <p:cNvSpPr txBox="1"/>
          <p:nvPr>
            <p:ph type="title"/>
          </p:nvPr>
        </p:nvSpPr>
        <p:spPr>
          <a:xfrm>
            <a:off x="812800" y="274638"/>
            <a:ext cx="10668000" cy="487502"/>
          </a:xfrm>
          <a:prstGeom prst="rect">
            <a:avLst/>
          </a:prstGeom>
        </p:spPr>
        <p:txBody>
          <a:bodyPr/>
          <a:lstStyle>
            <a:lvl1pPr defTabSz="868680">
              <a:defRPr b="0" sz="2600">
                <a:latin typeface="Cambria"/>
                <a:ea typeface="Cambria"/>
                <a:cs typeface="Cambria"/>
                <a:sym typeface="Cambria"/>
              </a:defRPr>
            </a:lvl1pPr>
          </a:lstStyle>
          <a:p>
            <a:pPr/>
            <a:r>
              <a:t>Content</a:t>
            </a:r>
          </a:p>
        </p:txBody>
      </p:sp>
      <p:sp>
        <p:nvSpPr>
          <p:cNvPr id="149" name="Google Shape;97;p14"/>
          <p:cNvSpPr txBox="1"/>
          <p:nvPr>
            <p:ph type="body" idx="1"/>
          </p:nvPr>
        </p:nvSpPr>
        <p:spPr>
          <a:xfrm>
            <a:off x="655782" y="1466272"/>
            <a:ext cx="10668001" cy="3924301"/>
          </a:xfrm>
          <a:prstGeom prst="rect">
            <a:avLst/>
          </a:prstGeom>
        </p:spPr>
        <p:txBody>
          <a:bodyPr/>
          <a:lstStyle/>
          <a:p>
            <a:pPr marL="495300" indent="-342900" algn="just">
              <a:lnSpc>
                <a:spcPct val="160000"/>
              </a:lnSpc>
              <a:spcBef>
                <a:spcPts val="0"/>
              </a:spcBef>
              <a:buSzPts val="1600"/>
              <a:defRPr sz="1600">
                <a:latin typeface="Cambria"/>
                <a:ea typeface="Cambria"/>
                <a:cs typeface="Cambria"/>
                <a:sym typeface="Cambria"/>
              </a:defRPr>
            </a:pPr>
            <a:r>
              <a:t>Problem Statement</a:t>
            </a:r>
          </a:p>
          <a:p>
            <a:pPr marL="495300" indent="-342900" algn="just">
              <a:lnSpc>
                <a:spcPct val="160000"/>
              </a:lnSpc>
              <a:spcBef>
                <a:spcPts val="0"/>
              </a:spcBef>
              <a:buSzPts val="1600"/>
              <a:defRPr sz="1600">
                <a:latin typeface="Cambria"/>
                <a:ea typeface="Cambria"/>
                <a:cs typeface="Cambria"/>
                <a:sym typeface="Cambria"/>
              </a:defRPr>
            </a:pPr>
            <a:r>
              <a:t>Objectives</a:t>
            </a:r>
          </a:p>
          <a:p>
            <a:pPr marL="495300" indent="-342900" algn="just">
              <a:lnSpc>
                <a:spcPct val="160000"/>
              </a:lnSpc>
              <a:spcBef>
                <a:spcPts val="0"/>
              </a:spcBef>
              <a:buSzPts val="1600"/>
              <a:defRPr sz="1600">
                <a:latin typeface="Cambria"/>
                <a:ea typeface="Cambria"/>
                <a:cs typeface="Cambria"/>
                <a:sym typeface="Cambria"/>
              </a:defRPr>
            </a:pPr>
            <a:r>
              <a:t>Background and Related work for title Selection</a:t>
            </a:r>
          </a:p>
          <a:p>
            <a:pPr marL="495300" indent="-342900" algn="just">
              <a:lnSpc>
                <a:spcPct val="160000"/>
              </a:lnSpc>
              <a:spcBef>
                <a:spcPts val="0"/>
              </a:spcBef>
              <a:buSzPts val="1600"/>
              <a:defRPr sz="1600">
                <a:latin typeface="Cambria"/>
                <a:ea typeface="Cambria"/>
                <a:cs typeface="Cambria"/>
                <a:sym typeface="Cambria"/>
              </a:defRPr>
            </a:pPr>
            <a:r>
              <a:t>Analysis of Problem Statement</a:t>
            </a:r>
          </a:p>
          <a:p>
            <a:pPr marL="495300" indent="-342900" algn="just">
              <a:lnSpc>
                <a:spcPct val="160000"/>
              </a:lnSpc>
              <a:spcBef>
                <a:spcPts val="0"/>
              </a:spcBef>
              <a:buSzPts val="1600"/>
              <a:defRPr sz="1600">
                <a:latin typeface="Cambria"/>
                <a:ea typeface="Cambria"/>
                <a:cs typeface="Cambria"/>
                <a:sym typeface="Cambria"/>
              </a:defRPr>
            </a:pPr>
            <a:r>
              <a:t>Innovation or Novel Contributions</a:t>
            </a:r>
            <a:endParaRPr sz="3200"/>
          </a:p>
          <a:p>
            <a:pPr marL="495300" indent="-342900" algn="just">
              <a:lnSpc>
                <a:spcPct val="160000"/>
              </a:lnSpc>
              <a:spcBef>
                <a:spcPts val="0"/>
              </a:spcBef>
              <a:buSzPts val="1600"/>
              <a:defRPr sz="1600">
                <a:latin typeface="Cambria"/>
                <a:ea typeface="Cambria"/>
                <a:cs typeface="Cambria"/>
                <a:sym typeface="Cambria"/>
              </a:defRPr>
            </a:pPr>
            <a:r>
              <a:t>Git-hub Link</a:t>
            </a:r>
          </a:p>
          <a:p>
            <a:pPr marL="495300" indent="-342900" algn="just">
              <a:lnSpc>
                <a:spcPct val="160000"/>
              </a:lnSpc>
              <a:spcBef>
                <a:spcPts val="0"/>
              </a:spcBef>
              <a:buSzPts val="1600"/>
              <a:defRPr sz="1600">
                <a:latin typeface="Cambria"/>
                <a:ea typeface="Cambria"/>
                <a:cs typeface="Cambria"/>
                <a:sym typeface="Cambria"/>
              </a:defRPr>
            </a:pPr>
            <a:r>
              <a:t>Timeline of the Project</a:t>
            </a:r>
          </a:p>
          <a:p>
            <a:pPr marL="495300" indent="-342900" algn="just">
              <a:lnSpc>
                <a:spcPct val="160000"/>
              </a:lnSpc>
              <a:spcBef>
                <a:spcPts val="0"/>
              </a:spcBef>
              <a:buSzPts val="1600"/>
              <a:defRPr sz="1600">
                <a:latin typeface="Cambria"/>
                <a:ea typeface="Cambria"/>
                <a:cs typeface="Cambria"/>
                <a:sym typeface="Cambria"/>
              </a:defRPr>
            </a:pPr>
            <a:r>
              <a:t>References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Title 1"/>
          <p:cNvSpPr txBox="1"/>
          <p:nvPr>
            <p:ph type="title"/>
          </p:nvPr>
        </p:nvSpPr>
        <p:spPr>
          <a:xfrm>
            <a:off x="812800" y="274638"/>
            <a:ext cx="10668000" cy="487502"/>
          </a:xfrm>
          <a:prstGeom prst="rect">
            <a:avLst/>
          </a:prstGeom>
        </p:spPr>
        <p:txBody>
          <a:bodyPr/>
          <a:lstStyle>
            <a:lvl1pPr indent="144779" algn="just" defTabSz="868680">
              <a:lnSpc>
                <a:spcPct val="200000"/>
              </a:lnSpc>
              <a:defRPr b="0" sz="2600">
                <a:latin typeface="Cambria"/>
                <a:ea typeface="Cambria"/>
                <a:cs typeface="Cambria"/>
                <a:sym typeface="Cambria"/>
              </a:defRPr>
            </a:lvl1pPr>
          </a:lstStyle>
          <a:p>
            <a:pPr/>
            <a:r>
              <a:t>Objectives</a:t>
            </a:r>
          </a:p>
        </p:txBody>
      </p:sp>
      <p:sp>
        <p:nvSpPr>
          <p:cNvPr id="152" name="Rectangle 1"/>
          <p:cNvSpPr txBox="1"/>
          <p:nvPr>
            <p:ph type="body" sz="half" idx="1"/>
          </p:nvPr>
        </p:nvSpPr>
        <p:spPr>
          <a:xfrm>
            <a:off x="812798" y="1244678"/>
            <a:ext cx="8805620" cy="2862323"/>
          </a:xfrm>
          <a:prstGeom prst="rect">
            <a:avLst/>
          </a:prstGeom>
        </p:spPr>
        <p:txBody>
          <a:bodyPr lIns="45718" tIns="45718" rIns="45718" bIns="45718" anchor="ctr"/>
          <a:lstStyle/>
          <a:p>
            <a:pPr marL="0" indent="0">
              <a:lnSpc>
                <a:spcPct val="200000"/>
              </a:lnSpc>
              <a:spcBef>
                <a:spcPts val="0"/>
              </a:spcBef>
              <a:buClrTx/>
              <a:buSzPct val="100000"/>
              <a:buFontTx/>
              <a:defRPr sz="1800">
                <a:latin typeface="Cambria"/>
                <a:ea typeface="Cambria"/>
                <a:cs typeface="Cambria"/>
                <a:sym typeface="Cambria"/>
              </a:defRPr>
            </a:pPr>
            <a:r>
              <a:t>To develop a computerized cognitive retraining program for children with disabilities.</a:t>
            </a:r>
          </a:p>
          <a:p>
            <a:pPr marL="0" indent="0">
              <a:lnSpc>
                <a:spcPct val="200000"/>
              </a:lnSpc>
              <a:spcBef>
                <a:spcPts val="0"/>
              </a:spcBef>
              <a:buClrTx/>
              <a:buSzPct val="100000"/>
              <a:buFontTx/>
              <a:defRPr sz="1800">
                <a:latin typeface="Cambria"/>
                <a:ea typeface="Cambria"/>
                <a:cs typeface="Cambria"/>
                <a:sym typeface="Cambria"/>
              </a:defRPr>
            </a:pPr>
            <a:r>
              <a:t>To provide a home-based, cost-effective, and accessible solution for regular therapy.</a:t>
            </a:r>
          </a:p>
          <a:p>
            <a:pPr marL="0" indent="0">
              <a:lnSpc>
                <a:spcPct val="200000"/>
              </a:lnSpc>
              <a:spcBef>
                <a:spcPts val="0"/>
              </a:spcBef>
              <a:buClrTx/>
              <a:buSzPct val="100000"/>
              <a:buFontTx/>
              <a:defRPr sz="1800">
                <a:latin typeface="Cambria"/>
                <a:ea typeface="Cambria"/>
                <a:cs typeface="Cambria"/>
                <a:sym typeface="Cambria"/>
              </a:defRPr>
            </a:pPr>
            <a:r>
              <a:t>To design an interactive, gamified interface that enhances engagement and motivation.</a:t>
            </a:r>
          </a:p>
          <a:p>
            <a:pPr marL="0" indent="0">
              <a:lnSpc>
                <a:spcPct val="200000"/>
              </a:lnSpc>
              <a:spcBef>
                <a:spcPts val="0"/>
              </a:spcBef>
              <a:buClrTx/>
              <a:buSzPct val="100000"/>
              <a:buFontTx/>
              <a:defRPr sz="1800">
                <a:latin typeface="Cambria"/>
                <a:ea typeface="Cambria"/>
                <a:cs typeface="Cambria"/>
                <a:sym typeface="Cambria"/>
              </a:defRPr>
            </a:pPr>
            <a:r>
              <a:t>To integrate AI/ML for adaptive learning tailored to individual needs.</a:t>
            </a:r>
          </a:p>
          <a:p>
            <a:pPr marL="0" indent="0">
              <a:lnSpc>
                <a:spcPct val="200000"/>
              </a:lnSpc>
              <a:spcBef>
                <a:spcPts val="0"/>
              </a:spcBef>
              <a:buClrTx/>
              <a:buSzPct val="100000"/>
              <a:buFontTx/>
              <a:defRPr sz="1800">
                <a:latin typeface="Cambria"/>
                <a:ea typeface="Cambria"/>
                <a:cs typeface="Cambria"/>
                <a:sym typeface="Cambria"/>
              </a:defRPr>
            </a:pPr>
            <a:r>
              <a:t>To enable progress tracking and reporting for parents and therapists.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Title 1"/>
          <p:cNvSpPr txBox="1"/>
          <p:nvPr>
            <p:ph type="title"/>
          </p:nvPr>
        </p:nvSpPr>
        <p:spPr>
          <a:xfrm>
            <a:off x="812800" y="413596"/>
            <a:ext cx="10668000" cy="487502"/>
          </a:xfrm>
          <a:prstGeom prst="rect">
            <a:avLst/>
          </a:prstGeom>
        </p:spPr>
        <p:txBody>
          <a:bodyPr/>
          <a:lstStyle/>
          <a:p>
            <a:pPr defTabSz="146303">
              <a:defRPr b="0" sz="1880">
                <a:latin typeface="Cambria"/>
                <a:ea typeface="Cambria"/>
                <a:cs typeface="Cambria"/>
                <a:sym typeface="Cambria"/>
              </a:defRPr>
            </a:pPr>
            <a:r>
              <a:t>Background and Related work for title Selection</a:t>
            </a:r>
            <a:br/>
          </a:p>
        </p:txBody>
      </p:sp>
      <p:sp>
        <p:nvSpPr>
          <p:cNvPr id="155" name="Text Placeholder 2"/>
          <p:cNvSpPr txBox="1"/>
          <p:nvPr>
            <p:ph type="body" idx="1"/>
          </p:nvPr>
        </p:nvSpPr>
        <p:spPr>
          <a:xfrm>
            <a:off x="812800" y="1142999"/>
            <a:ext cx="10668000" cy="4953003"/>
          </a:xfrm>
          <a:prstGeom prst="rect">
            <a:avLst/>
          </a:prstGeom>
        </p:spPr>
        <p:txBody>
          <a:bodyPr/>
          <a:lstStyle/>
          <a:p>
            <a:pPr marL="0" indent="76200">
              <a:lnSpc>
                <a:spcPct val="90000"/>
              </a:lnSpc>
              <a:buSzTx/>
              <a:buNone/>
              <a:defRPr>
                <a:latin typeface="Cambria"/>
                <a:ea typeface="Cambria"/>
                <a:cs typeface="Cambria"/>
                <a:sym typeface="Cambria"/>
              </a:defRPr>
            </a:pPr>
            <a:r>
              <a:t> Background</a:t>
            </a:r>
          </a:p>
          <a:p>
            <a:pPr>
              <a:lnSpc>
                <a:spcPct val="90000"/>
              </a:lnSpc>
              <a:defRPr>
                <a:latin typeface="Cambria"/>
                <a:ea typeface="Cambria"/>
                <a:cs typeface="Cambria"/>
                <a:sym typeface="Cambria"/>
              </a:defRPr>
            </a:pPr>
            <a:r>
              <a:t>Cognitive retraining improves memory, attention, problem-solving, and language skills.</a:t>
            </a:r>
          </a:p>
          <a:p>
            <a:pPr>
              <a:lnSpc>
                <a:spcPct val="90000"/>
              </a:lnSpc>
              <a:defRPr>
                <a:latin typeface="Cambria"/>
                <a:ea typeface="Cambria"/>
                <a:cs typeface="Cambria"/>
                <a:sym typeface="Cambria"/>
              </a:defRPr>
            </a:pPr>
            <a:r>
              <a:t>Traditional therapy is limited by high costs, time constraints, and clinic dependency.</a:t>
            </a:r>
          </a:p>
          <a:p>
            <a:pPr>
              <a:lnSpc>
                <a:spcPct val="90000"/>
              </a:lnSpc>
              <a:defRPr>
                <a:latin typeface="Cambria"/>
                <a:ea typeface="Cambria"/>
                <a:cs typeface="Cambria"/>
                <a:sym typeface="Cambria"/>
              </a:defRPr>
            </a:pPr>
            <a:r>
              <a:t>There is a need for home-based digital solutions that are both effective and user-friendly.</a:t>
            </a:r>
          </a:p>
          <a:p>
            <a:pPr marL="0" indent="76200">
              <a:lnSpc>
                <a:spcPct val="90000"/>
              </a:lnSpc>
              <a:buSzTx/>
              <a:buNone/>
              <a:defRPr>
                <a:latin typeface="Cambria"/>
                <a:ea typeface="Cambria"/>
                <a:cs typeface="Cambria"/>
                <a:sym typeface="Cambria"/>
              </a:defRPr>
            </a:pPr>
            <a:r>
              <a:t>Related Work</a:t>
            </a:r>
          </a:p>
          <a:p>
            <a:pPr>
              <a:lnSpc>
                <a:spcPct val="90000"/>
              </a:lnSpc>
              <a:defRPr>
                <a:latin typeface="Cambria"/>
                <a:ea typeface="Cambria"/>
                <a:cs typeface="Cambria"/>
                <a:sym typeface="Cambria"/>
              </a:defRPr>
            </a:pPr>
            <a:r>
              <a:t>Existing tools: cognitive training apps and educational games.</a:t>
            </a:r>
          </a:p>
          <a:p>
            <a:pPr>
              <a:lnSpc>
                <a:spcPct val="90000"/>
              </a:lnSpc>
              <a:defRPr>
                <a:latin typeface="Cambria"/>
                <a:ea typeface="Cambria"/>
                <a:cs typeface="Cambria"/>
                <a:sym typeface="Cambria"/>
              </a:defRPr>
            </a:pPr>
            <a:r>
              <a:t>Limitations: lack of personalization, limited accessibility, language barriers, and minimal progress tracking.</a:t>
            </a:r>
          </a:p>
          <a:p>
            <a:pPr>
              <a:lnSpc>
                <a:spcPct val="90000"/>
              </a:lnSpc>
              <a:defRPr>
                <a:latin typeface="Cambria"/>
                <a:ea typeface="Cambria"/>
                <a:cs typeface="Cambria"/>
                <a:sym typeface="Cambria"/>
              </a:defRPr>
            </a:pPr>
            <a:r>
              <a:t>Research highlights that gamification and adaptive learning significantly improve therapy outcomes.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Google Shape;114;p17"/>
          <p:cNvSpPr txBox="1"/>
          <p:nvPr>
            <p:ph type="title"/>
          </p:nvPr>
        </p:nvSpPr>
        <p:spPr>
          <a:xfrm>
            <a:off x="812800" y="274638"/>
            <a:ext cx="10668000" cy="487502"/>
          </a:xfrm>
          <a:prstGeom prst="rect">
            <a:avLst/>
          </a:prstGeom>
        </p:spPr>
        <p:txBody>
          <a:bodyPr/>
          <a:lstStyle>
            <a:lvl1pPr indent="144779" defTabSz="868680">
              <a:lnSpc>
                <a:spcPct val="200000"/>
              </a:lnSpc>
              <a:defRPr b="0" sz="2600">
                <a:latin typeface="Cambria"/>
                <a:ea typeface="Cambria"/>
                <a:cs typeface="Cambria"/>
                <a:sym typeface="Cambria"/>
              </a:defRPr>
            </a:lvl1pPr>
          </a:lstStyle>
          <a:p>
            <a:pPr/>
            <a:r>
              <a:t>Analysis of Problem Statement</a:t>
            </a:r>
          </a:p>
        </p:txBody>
      </p:sp>
      <p:sp>
        <p:nvSpPr>
          <p:cNvPr id="158" name="Google Shape;115;p17"/>
          <p:cNvSpPr txBox="1"/>
          <p:nvPr>
            <p:ph type="body" idx="1"/>
          </p:nvPr>
        </p:nvSpPr>
        <p:spPr>
          <a:xfrm>
            <a:off x="812800" y="1143000"/>
            <a:ext cx="10668000" cy="4953000"/>
          </a:xfrm>
          <a:prstGeom prst="rect">
            <a:avLst/>
          </a:prstGeom>
        </p:spPr>
        <p:txBody>
          <a:bodyPr/>
          <a:lstStyle/>
          <a:p>
            <a:pPr>
              <a:defRPr>
                <a:latin typeface="Cambria"/>
                <a:ea typeface="Cambria"/>
                <a:cs typeface="Cambria"/>
                <a:sym typeface="Cambria"/>
              </a:defRPr>
            </a:pPr>
            <a:r>
              <a:t>Problem Statement (Analysis)</a:t>
            </a:r>
          </a:p>
          <a:p>
            <a:pPr>
              <a:defRPr>
                <a:latin typeface="Cambria"/>
                <a:ea typeface="Cambria"/>
                <a:cs typeface="Cambria"/>
                <a:sym typeface="Cambria"/>
              </a:defRPr>
            </a:pPr>
            <a:r>
              <a:t>Children with cognitive/learning disabilities need regular retraining (memory, attention, problem-solving, language).</a:t>
            </a:r>
          </a:p>
          <a:p>
            <a:pPr>
              <a:defRPr>
                <a:latin typeface="Cambria"/>
                <a:ea typeface="Cambria"/>
                <a:cs typeface="Cambria"/>
                <a:sym typeface="Cambria"/>
              </a:defRPr>
            </a:pPr>
            <a:r>
              <a:t>Challenges: High therapy costs, limited access to specialists, dependency on clinic visits.</a:t>
            </a:r>
          </a:p>
          <a:p>
            <a:pPr>
              <a:defRPr>
                <a:latin typeface="Cambria"/>
                <a:ea typeface="Cambria"/>
                <a:cs typeface="Cambria"/>
                <a:sym typeface="Cambria"/>
              </a:defRPr>
            </a:pPr>
            <a:r>
              <a:t>Gaps: Lack of affordable, adaptive, and engaging home-based solutions.</a:t>
            </a:r>
          </a:p>
          <a:p>
            <a:pPr>
              <a:defRPr>
                <a:latin typeface="Cambria"/>
                <a:ea typeface="Cambria"/>
                <a:cs typeface="Cambria"/>
                <a:sym typeface="Cambria"/>
              </a:defRPr>
            </a:pPr>
            <a:r>
              <a:t>Need: A program that is accessible, personalized, and provides progress tracking for caregivers/therapists.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Google Shape;114;p17"/>
          <p:cNvSpPr txBox="1"/>
          <p:nvPr>
            <p:ph type="title"/>
          </p:nvPr>
        </p:nvSpPr>
        <p:spPr>
          <a:xfrm>
            <a:off x="812800" y="274638"/>
            <a:ext cx="10668000" cy="487502"/>
          </a:xfrm>
          <a:prstGeom prst="rect">
            <a:avLst/>
          </a:prstGeom>
        </p:spPr>
        <p:txBody>
          <a:bodyPr/>
          <a:lstStyle/>
          <a:p>
            <a:pPr indent="144779" defTabSz="868680">
              <a:lnSpc>
                <a:spcPct val="200000"/>
              </a:lnSpc>
              <a:defRPr b="0" sz="2600">
                <a:latin typeface="Cambria"/>
                <a:ea typeface="Cambria"/>
                <a:cs typeface="Cambria"/>
                <a:sym typeface="Cambria"/>
              </a:defRPr>
            </a:pPr>
            <a:r>
              <a:t>Analysis of Problem Statement </a:t>
            </a:r>
            <a:r>
              <a:rPr sz="1900"/>
              <a:t>(contd...)</a:t>
            </a:r>
          </a:p>
        </p:txBody>
      </p:sp>
      <p:sp>
        <p:nvSpPr>
          <p:cNvPr id="161" name="Google Shape;115;p17"/>
          <p:cNvSpPr txBox="1"/>
          <p:nvPr>
            <p:ph type="body" idx="1"/>
          </p:nvPr>
        </p:nvSpPr>
        <p:spPr>
          <a:xfrm>
            <a:off x="812800" y="1143000"/>
            <a:ext cx="10668000" cy="4953000"/>
          </a:xfrm>
          <a:prstGeom prst="rect">
            <a:avLst/>
          </a:prstGeom>
        </p:spPr>
        <p:txBody>
          <a:bodyPr/>
          <a:lstStyle/>
          <a:p>
            <a:pPr>
              <a:defRPr>
                <a:latin typeface="Cambria"/>
                <a:ea typeface="Cambria"/>
                <a:cs typeface="Cambria"/>
                <a:sym typeface="Cambria"/>
              </a:defRPr>
            </a:pPr>
            <a:r>
              <a:t>Technology Stack (Proposed Solution)</a:t>
            </a:r>
          </a:p>
          <a:p>
            <a:pPr>
              <a:defRPr>
                <a:latin typeface="Cambria"/>
                <a:ea typeface="Cambria"/>
                <a:cs typeface="Cambria"/>
                <a:sym typeface="Cambria"/>
              </a:defRPr>
            </a:pPr>
            <a:r>
              <a:t>Frontend (UI): React.js / Flutter → Accessible, gamified, child-friendly interface.</a:t>
            </a:r>
          </a:p>
          <a:p>
            <a:pPr>
              <a:defRPr>
                <a:latin typeface="Cambria"/>
                <a:ea typeface="Cambria"/>
                <a:cs typeface="Cambria"/>
                <a:sym typeface="Cambria"/>
              </a:defRPr>
            </a:pPr>
            <a:r>
              <a:t>Backend: Node.js / Flask / Django → Handles tasks, session management, reporting.</a:t>
            </a:r>
          </a:p>
          <a:p>
            <a:pPr>
              <a:defRPr>
                <a:latin typeface="Cambria"/>
                <a:ea typeface="Cambria"/>
                <a:cs typeface="Cambria"/>
                <a:sym typeface="Cambria"/>
              </a:defRPr>
            </a:pPr>
            <a:r>
              <a:t>Database: MySQL / MongoDB → Stores user progress &amp; therapy data.</a:t>
            </a:r>
          </a:p>
          <a:p>
            <a:pPr>
              <a:defRPr>
                <a:latin typeface="Cambria"/>
                <a:ea typeface="Cambria"/>
                <a:cs typeface="Cambria"/>
                <a:sym typeface="Cambria"/>
              </a:defRPr>
            </a:pPr>
            <a:r>
              <a:t>AI/ML: Adaptive learning engine, speech &amp; pattern recognition.</a:t>
            </a:r>
          </a:p>
          <a:p>
            <a:pPr>
              <a:defRPr>
                <a:latin typeface="Cambria"/>
                <a:ea typeface="Cambria"/>
                <a:cs typeface="Cambria"/>
                <a:sym typeface="Cambria"/>
              </a:defRPr>
            </a:pPr>
            <a:r>
              <a:t>Deployment: Cloud-based (AWS/Azure/GCP) for scalability &amp; remote access.</a:t>
            </a:r>
          </a:p>
          <a:p>
            <a:pPr>
              <a:defRPr>
                <a:latin typeface="Cambria"/>
                <a:ea typeface="Cambria"/>
                <a:cs typeface="Cambria"/>
                <a:sym typeface="Cambria"/>
              </a:defRPr>
            </a:pPr>
            <a:r>
              <a:t>Accessibility Features: Multi-language support, screen-reader compatibility, large fonts, high-contrast UI.</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Innovation / Novel Contributions"/>
          <p:cNvSpPr txBox="1"/>
          <p:nvPr/>
        </p:nvSpPr>
        <p:spPr>
          <a:xfrm>
            <a:off x="889789" y="354331"/>
            <a:ext cx="5544204" cy="4851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indent="144779" defTabSz="868680">
              <a:lnSpc>
                <a:spcPct val="200000"/>
              </a:lnSpc>
              <a:defRPr sz="2600">
                <a:solidFill>
                  <a:srgbClr val="17365D"/>
                </a:solidFill>
                <a:latin typeface="Cambria"/>
                <a:ea typeface="Cambria"/>
                <a:cs typeface="Cambria"/>
                <a:sym typeface="Cambria"/>
              </a:defRPr>
            </a:lvl1pPr>
          </a:lstStyle>
          <a:p>
            <a:pPr/>
            <a:r>
              <a:t>Innovation / Novel Contributions</a:t>
            </a:r>
          </a:p>
        </p:txBody>
      </p:sp>
      <p:sp>
        <p:nvSpPr>
          <p:cNvPr id="164" name="Integration of EEG Neurofeedback with gamified home-based training.…"/>
          <p:cNvSpPr txBox="1"/>
          <p:nvPr/>
        </p:nvSpPr>
        <p:spPr>
          <a:xfrm>
            <a:off x="1156489" y="1433831"/>
            <a:ext cx="9143811" cy="26060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210551" indent="-210551" defTabSz="457200">
              <a:spcBef>
                <a:spcPts val="1200"/>
              </a:spcBef>
              <a:buSzPct val="100000"/>
              <a:buChar char="•"/>
              <a:defRPr sz="2100">
                <a:latin typeface="Times Roman"/>
                <a:ea typeface="Times Roman"/>
                <a:cs typeface="Times Roman"/>
                <a:sym typeface="Times Roman"/>
              </a:defRPr>
            </a:pPr>
            <a:r>
              <a:t>Integration of EEG Neurofeedback with gamified home-based training.</a:t>
            </a:r>
          </a:p>
          <a:p>
            <a:pPr marL="210551" indent="-210551" defTabSz="457200">
              <a:spcBef>
                <a:spcPts val="1200"/>
              </a:spcBef>
              <a:buSzPct val="100000"/>
              <a:buChar char="•"/>
              <a:defRPr sz="2100">
                <a:latin typeface="Times Roman"/>
                <a:ea typeface="Times Roman"/>
                <a:cs typeface="Times Roman"/>
                <a:sym typeface="Times Roman"/>
              </a:defRPr>
            </a:pPr>
            <a:r>
              <a:t>Adaptive AI/ML engine that personalizes therapy sessions based on child’s progress.</a:t>
            </a:r>
          </a:p>
          <a:p>
            <a:pPr marL="210551" indent="-210551" defTabSz="457200">
              <a:spcBef>
                <a:spcPts val="1200"/>
              </a:spcBef>
              <a:buSzPct val="100000"/>
              <a:buChar char="•"/>
              <a:defRPr sz="2100">
                <a:latin typeface="Times Roman"/>
                <a:ea typeface="Times Roman"/>
                <a:cs typeface="Times Roman"/>
                <a:sym typeface="Times Roman"/>
              </a:defRPr>
            </a:pPr>
            <a:r>
              <a:t>Dual monitoring: EEG signals + activity performance data in one software.</a:t>
            </a:r>
          </a:p>
          <a:p>
            <a:pPr marL="210551" indent="-210551" defTabSz="457200">
              <a:spcBef>
                <a:spcPts val="1200"/>
              </a:spcBef>
              <a:buSzPct val="100000"/>
              <a:buChar char="•"/>
              <a:defRPr sz="2100">
                <a:latin typeface="Times Roman"/>
                <a:ea typeface="Times Roman"/>
                <a:cs typeface="Times Roman"/>
                <a:sym typeface="Times Roman"/>
              </a:defRPr>
            </a:pPr>
            <a:r>
              <a:t>Offline + online modes to ensure accessibility in rural areas.</a:t>
            </a:r>
          </a:p>
          <a:p>
            <a:pPr marL="210551" indent="-210551" defTabSz="457200">
              <a:spcBef>
                <a:spcPts val="1200"/>
              </a:spcBef>
              <a:buSzPct val="100000"/>
              <a:buChar char="•"/>
              <a:defRPr sz="2100">
                <a:latin typeface="Times Roman"/>
                <a:ea typeface="Times Roman"/>
                <a:cs typeface="Times Roman"/>
                <a:sym typeface="Times Roman"/>
              </a:defRPr>
            </a:pPr>
            <a:r>
              <a:t>Multilingual, child-friendly interface with visual &amp; audio cues for inclusivity</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Github Link"/>
          <p:cNvSpPr txBox="1"/>
          <p:nvPr/>
        </p:nvSpPr>
        <p:spPr>
          <a:xfrm>
            <a:off x="1053797" y="367404"/>
            <a:ext cx="4701656" cy="510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indent="152400">
              <a:lnSpc>
                <a:spcPct val="200000"/>
              </a:lnSpc>
              <a:defRPr sz="2800">
                <a:solidFill>
                  <a:srgbClr val="17365D"/>
                </a:solidFill>
                <a:latin typeface="Cambria"/>
                <a:ea typeface="Cambria"/>
                <a:cs typeface="Cambria"/>
                <a:sym typeface="Cambria"/>
              </a:defRPr>
            </a:lvl1pPr>
          </a:lstStyle>
          <a:p>
            <a:pPr/>
            <a:r>
              <a:t>Github Link</a:t>
            </a:r>
          </a:p>
        </p:txBody>
      </p:sp>
      <p:sp>
        <p:nvSpPr>
          <p:cNvPr id="167" name="The Github link provided should have public access permission.…"/>
          <p:cNvSpPr txBox="1"/>
          <p:nvPr/>
        </p:nvSpPr>
        <p:spPr>
          <a:xfrm>
            <a:off x="820833" y="1243867"/>
            <a:ext cx="10054768" cy="2250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240631" indent="-240631" algn="just">
              <a:buSzPct val="100000"/>
              <a:buChar char="•"/>
              <a:defRPr sz="2400">
                <a:latin typeface="Cambria"/>
                <a:ea typeface="Cambria"/>
                <a:cs typeface="Cambria"/>
                <a:sym typeface="Cambria"/>
              </a:defRPr>
            </a:pPr>
            <a:r>
              <a:t>The Github link provided should have public access permission.</a:t>
            </a:r>
            <a:endParaRPr>
              <a:latin typeface="Verdana"/>
              <a:ea typeface="Verdana"/>
              <a:cs typeface="Verdana"/>
              <a:sym typeface="Verdana"/>
            </a:endParaRPr>
          </a:p>
          <a:p>
            <a:pPr marL="190500" indent="-190500" algn="just">
              <a:defRPr sz="2400">
                <a:latin typeface="Verdana"/>
                <a:ea typeface="Verdana"/>
                <a:cs typeface="Verdana"/>
                <a:sym typeface="Verdana"/>
              </a:defRPr>
            </a:pPr>
          </a:p>
          <a:p>
            <a:pPr marL="190500" indent="-190500" algn="just">
              <a:defRPr sz="2400">
                <a:latin typeface="Verdana"/>
                <a:ea typeface="Verdana"/>
                <a:cs typeface="Verdana"/>
                <a:sym typeface="Verdana"/>
              </a:defRPr>
            </a:pPr>
          </a:p>
          <a:p>
            <a:pPr marL="38100" indent="114300" algn="just">
              <a:defRPr sz="2400">
                <a:solidFill>
                  <a:srgbClr val="953735"/>
                </a:solidFill>
                <a:latin typeface="Cambria"/>
                <a:ea typeface="Cambria"/>
                <a:cs typeface="Cambria"/>
                <a:sym typeface="Cambria"/>
              </a:defRPr>
            </a:pPr>
            <a:r>
              <a:t>Github Link :</a:t>
            </a:r>
          </a:p>
          <a:p>
            <a:pPr marL="38100" indent="114300" algn="just">
              <a:defRPr sz="2400">
                <a:solidFill>
                  <a:srgbClr val="953735"/>
                </a:solidFill>
                <a:latin typeface="Cambria"/>
                <a:ea typeface="Cambria"/>
                <a:cs typeface="Cambria"/>
                <a:sym typeface="Cambria"/>
              </a:defRPr>
            </a:pPr>
          </a:p>
          <a:p>
            <a:pPr marL="38100" indent="114300" algn="just">
              <a:defRPr sz="2400">
                <a:latin typeface="Cambria"/>
                <a:ea typeface="Cambria"/>
                <a:cs typeface="Cambria"/>
                <a:sym typeface="Cambria"/>
              </a:defRPr>
            </a:pPr>
            <a:r>
              <a:t>https://github.com/PragathiMayuram/cognitive-retraining-project.git</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Google Shape;114;p17"/>
          <p:cNvSpPr txBox="1"/>
          <p:nvPr>
            <p:ph type="title"/>
          </p:nvPr>
        </p:nvSpPr>
        <p:spPr>
          <a:xfrm>
            <a:off x="812800" y="274638"/>
            <a:ext cx="10668000" cy="487502"/>
          </a:xfrm>
          <a:prstGeom prst="rect">
            <a:avLst/>
          </a:prstGeom>
        </p:spPr>
        <p:txBody>
          <a:bodyPr/>
          <a:lstStyle>
            <a:lvl1pPr defTabSz="868680">
              <a:defRPr b="0" sz="2600">
                <a:latin typeface="Cambria"/>
                <a:ea typeface="Cambria"/>
                <a:cs typeface="Cambria"/>
                <a:sym typeface="Cambria"/>
              </a:defRPr>
            </a:lvl1pPr>
          </a:lstStyle>
          <a:p>
            <a:pPr/>
            <a:r>
              <a:t>Timeline of the Project (Gantt Chart)</a:t>
            </a:r>
          </a:p>
        </p:txBody>
      </p:sp>
      <p:sp>
        <p:nvSpPr>
          <p:cNvPr id="170" name="Google Shape;115;p17"/>
          <p:cNvSpPr txBox="1"/>
          <p:nvPr>
            <p:ph type="body" idx="1"/>
          </p:nvPr>
        </p:nvSpPr>
        <p:spPr>
          <a:xfrm>
            <a:off x="812800" y="1143000"/>
            <a:ext cx="10668000" cy="4953000"/>
          </a:xfrm>
          <a:prstGeom prst="rect">
            <a:avLst/>
          </a:prstGeom>
        </p:spPr>
        <p:txBody>
          <a:bodyPr/>
          <a:lstStyle/>
          <a:p>
            <a:pPr marL="38100" indent="114300">
              <a:lnSpc>
                <a:spcPct val="99000"/>
              </a:lnSpc>
              <a:spcBef>
                <a:spcPts val="0"/>
              </a:spcBef>
              <a:buSzTx/>
              <a:buNone/>
              <a:defRPr sz="2000">
                <a:latin typeface="Cambria"/>
                <a:ea typeface="Cambria"/>
                <a:cs typeface="Cambria"/>
                <a:sym typeface="Cambria"/>
              </a:defRPr>
            </a:pPr>
            <a:r>
              <a:t>Week 1-2: Requirement Analysis                           </a:t>
            </a:r>
            <a:endParaRPr sz="2200"/>
          </a:p>
          <a:p>
            <a:pPr marL="38100" indent="114300">
              <a:lnSpc>
                <a:spcPct val="99000"/>
              </a:lnSpc>
              <a:spcBef>
                <a:spcPts val="0"/>
              </a:spcBef>
              <a:buSzTx/>
              <a:buNone/>
              <a:defRPr sz="2200">
                <a:latin typeface="Cambria"/>
                <a:ea typeface="Cambria"/>
                <a:cs typeface="Cambria"/>
                <a:sym typeface="Cambria"/>
              </a:defRPr>
            </a:pPr>
          </a:p>
          <a:p>
            <a:pPr marL="0" indent="76200">
              <a:lnSpc>
                <a:spcPct val="99000"/>
              </a:lnSpc>
              <a:buSzTx/>
              <a:buNone/>
              <a:defRPr sz="2000">
                <a:latin typeface="Cambria"/>
                <a:ea typeface="Cambria"/>
                <a:cs typeface="Cambria"/>
                <a:sym typeface="Cambria"/>
              </a:defRPr>
            </a:pPr>
            <a:r>
              <a:t> Week 3-4: Design</a:t>
            </a:r>
            <a:endParaRPr sz="2200"/>
          </a:p>
          <a:p>
            <a:pPr>
              <a:lnSpc>
                <a:spcPct val="99000"/>
              </a:lnSpc>
              <a:buSzPts val="2200"/>
              <a:defRPr sz="2200">
                <a:latin typeface="Cambria"/>
                <a:ea typeface="Cambria"/>
                <a:cs typeface="Cambria"/>
                <a:sym typeface="Cambria"/>
              </a:defRPr>
            </a:pPr>
          </a:p>
          <a:p>
            <a:pPr marL="0" indent="76200">
              <a:lnSpc>
                <a:spcPct val="99000"/>
              </a:lnSpc>
              <a:buSzTx/>
              <a:buNone/>
              <a:defRPr sz="2000">
                <a:latin typeface="Cambria"/>
                <a:ea typeface="Cambria"/>
                <a:cs typeface="Cambria"/>
                <a:sym typeface="Cambria"/>
              </a:defRPr>
            </a:pPr>
            <a:r>
              <a:t> Week 5-8: Development</a:t>
            </a:r>
            <a:endParaRPr sz="2200"/>
          </a:p>
          <a:p>
            <a:pPr>
              <a:lnSpc>
                <a:spcPct val="99000"/>
              </a:lnSpc>
              <a:buSzPts val="2200"/>
              <a:defRPr sz="2200">
                <a:latin typeface="Cambria"/>
                <a:ea typeface="Cambria"/>
                <a:cs typeface="Cambria"/>
                <a:sym typeface="Cambria"/>
              </a:defRPr>
            </a:pPr>
          </a:p>
          <a:p>
            <a:pPr marL="0" indent="76200">
              <a:lnSpc>
                <a:spcPct val="99000"/>
              </a:lnSpc>
              <a:buSzTx/>
              <a:buNone/>
              <a:defRPr sz="2000">
                <a:latin typeface="Cambria"/>
                <a:ea typeface="Cambria"/>
                <a:cs typeface="Cambria"/>
                <a:sym typeface="Cambria"/>
              </a:defRPr>
            </a:pPr>
            <a:r>
              <a:t> Week 9-10: AI/ML Integration</a:t>
            </a:r>
            <a:endParaRPr sz="2200"/>
          </a:p>
          <a:p>
            <a:pPr>
              <a:lnSpc>
                <a:spcPct val="99000"/>
              </a:lnSpc>
              <a:buSzPts val="2200"/>
              <a:defRPr sz="2200">
                <a:latin typeface="Cambria"/>
                <a:ea typeface="Cambria"/>
                <a:cs typeface="Cambria"/>
                <a:sym typeface="Cambria"/>
              </a:defRPr>
            </a:pPr>
          </a:p>
          <a:p>
            <a:pPr marL="0" indent="76200">
              <a:lnSpc>
                <a:spcPct val="99000"/>
              </a:lnSpc>
              <a:buSzTx/>
              <a:buNone/>
              <a:defRPr sz="2000">
                <a:latin typeface="Cambria"/>
                <a:ea typeface="Cambria"/>
                <a:cs typeface="Cambria"/>
                <a:sym typeface="Cambria"/>
              </a:defRPr>
            </a:pPr>
            <a:r>
              <a:t>Week 11-12: Testing</a:t>
            </a:r>
            <a:endParaRPr sz="2200"/>
          </a:p>
          <a:p>
            <a:pPr>
              <a:lnSpc>
                <a:spcPct val="99000"/>
              </a:lnSpc>
              <a:buSzPts val="2200"/>
              <a:defRPr sz="2200">
                <a:latin typeface="Cambria"/>
                <a:ea typeface="Cambria"/>
                <a:cs typeface="Cambria"/>
                <a:sym typeface="Cambria"/>
              </a:defRPr>
            </a:pPr>
          </a:p>
          <a:p>
            <a:pPr marL="0" indent="76200">
              <a:lnSpc>
                <a:spcPct val="99000"/>
              </a:lnSpc>
              <a:buSzTx/>
              <a:buNone/>
              <a:defRPr sz="2000">
                <a:latin typeface="Cambria"/>
                <a:ea typeface="Cambria"/>
                <a:cs typeface="Cambria"/>
                <a:sym typeface="Cambria"/>
              </a:defRPr>
            </a:pPr>
            <a:r>
              <a:t>Week 13: Deployment</a:t>
            </a:r>
            <a:endParaRPr sz="2200"/>
          </a:p>
          <a:p>
            <a:pPr>
              <a:lnSpc>
                <a:spcPct val="99000"/>
              </a:lnSpc>
              <a:buSzPts val="2200"/>
              <a:defRPr sz="2200">
                <a:latin typeface="Cambria"/>
                <a:ea typeface="Cambria"/>
                <a:cs typeface="Cambria"/>
                <a:sym typeface="Cambria"/>
              </a:defRPr>
            </a:pPr>
          </a:p>
          <a:p>
            <a:pPr marL="0" indent="76200">
              <a:lnSpc>
                <a:spcPct val="99000"/>
              </a:lnSpc>
              <a:buSzTx/>
              <a:buNone/>
              <a:defRPr sz="2000">
                <a:latin typeface="Cambria"/>
                <a:ea typeface="Cambria"/>
                <a:cs typeface="Cambria"/>
                <a:sym typeface="Cambria"/>
              </a:defRPr>
            </a:pPr>
            <a:r>
              <a:t>Week 14: Evaluation &amp; Report</a:t>
            </a:r>
          </a:p>
        </p:txBody>
      </p:sp>
      <p:sp>
        <p:nvSpPr>
          <p:cNvPr id="171" name="Rectangle 1"/>
          <p:cNvSpPr/>
          <p:nvPr/>
        </p:nvSpPr>
        <p:spPr>
          <a:xfrm>
            <a:off x="5181600" y="1142999"/>
            <a:ext cx="1828800" cy="365763"/>
          </a:xfrm>
          <a:prstGeom prst="rect">
            <a:avLst/>
          </a:prstGeom>
          <a:solidFill>
            <a:srgbClr val="808080"/>
          </a:solidFill>
          <a:ln>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Arial"/>
              </a:defRPr>
            </a:pPr>
          </a:p>
        </p:txBody>
      </p:sp>
      <p:sp>
        <p:nvSpPr>
          <p:cNvPr id="172" name="Rectangle 2"/>
          <p:cNvSpPr/>
          <p:nvPr/>
        </p:nvSpPr>
        <p:spPr>
          <a:xfrm>
            <a:off x="5181600" y="1889622"/>
            <a:ext cx="1828800" cy="365762"/>
          </a:xfrm>
          <a:prstGeom prst="rect">
            <a:avLst/>
          </a:prstGeom>
          <a:solidFill>
            <a:srgbClr val="808080"/>
          </a:solidFill>
          <a:ln>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Arial"/>
              </a:defRPr>
            </a:pPr>
          </a:p>
        </p:txBody>
      </p:sp>
      <p:sp>
        <p:nvSpPr>
          <p:cNvPr id="173" name="Rectangle 3"/>
          <p:cNvSpPr/>
          <p:nvPr/>
        </p:nvSpPr>
        <p:spPr>
          <a:xfrm>
            <a:off x="5181600" y="2636242"/>
            <a:ext cx="3200400" cy="365762"/>
          </a:xfrm>
          <a:prstGeom prst="rect">
            <a:avLst/>
          </a:prstGeom>
          <a:solidFill>
            <a:srgbClr val="808080"/>
          </a:solidFill>
          <a:ln>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Arial"/>
              </a:defRPr>
            </a:pPr>
          </a:p>
        </p:txBody>
      </p:sp>
      <p:sp>
        <p:nvSpPr>
          <p:cNvPr id="174" name="Rectangle 4"/>
          <p:cNvSpPr/>
          <p:nvPr/>
        </p:nvSpPr>
        <p:spPr>
          <a:xfrm>
            <a:off x="5181600" y="3325605"/>
            <a:ext cx="1828800" cy="365762"/>
          </a:xfrm>
          <a:prstGeom prst="rect">
            <a:avLst/>
          </a:prstGeom>
          <a:solidFill>
            <a:srgbClr val="808080"/>
          </a:solidFill>
          <a:ln>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Arial"/>
              </a:defRPr>
            </a:pPr>
          </a:p>
        </p:txBody>
      </p:sp>
      <p:sp>
        <p:nvSpPr>
          <p:cNvPr id="175" name="Rectangle 5"/>
          <p:cNvSpPr/>
          <p:nvPr/>
        </p:nvSpPr>
        <p:spPr>
          <a:xfrm>
            <a:off x="5181600" y="4001446"/>
            <a:ext cx="1828800" cy="365762"/>
          </a:xfrm>
          <a:prstGeom prst="rect">
            <a:avLst/>
          </a:prstGeom>
          <a:solidFill>
            <a:srgbClr val="808080"/>
          </a:solidFill>
          <a:ln>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Arial"/>
              </a:defRPr>
            </a:pPr>
          </a:p>
        </p:txBody>
      </p:sp>
      <p:sp>
        <p:nvSpPr>
          <p:cNvPr id="176" name="Rectangle 6"/>
          <p:cNvSpPr/>
          <p:nvPr/>
        </p:nvSpPr>
        <p:spPr>
          <a:xfrm>
            <a:off x="5181600" y="4720159"/>
            <a:ext cx="1371600" cy="365762"/>
          </a:xfrm>
          <a:prstGeom prst="rect">
            <a:avLst/>
          </a:prstGeom>
          <a:solidFill>
            <a:srgbClr val="666666"/>
          </a:solidFill>
          <a:ln>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Arial"/>
              </a:defRPr>
            </a:pPr>
          </a:p>
        </p:txBody>
      </p:sp>
      <p:sp>
        <p:nvSpPr>
          <p:cNvPr id="177" name="Rectangle 7"/>
          <p:cNvSpPr/>
          <p:nvPr/>
        </p:nvSpPr>
        <p:spPr>
          <a:xfrm>
            <a:off x="5181600" y="5380168"/>
            <a:ext cx="1371600" cy="365762"/>
          </a:xfrm>
          <a:prstGeom prst="rect">
            <a:avLst/>
          </a:prstGeom>
          <a:solidFill>
            <a:srgbClr val="808080"/>
          </a:solidFill>
          <a:ln>
            <a:solidFill>
              <a:srgbClr val="FFFFFF"/>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a:solidFill>
                  <a:srgbClr val="FFFFFF"/>
                </a:solidFill>
                <a:latin typeface="+mj-lt"/>
                <a:ea typeface="+mj-ea"/>
                <a:cs typeface="+mj-cs"/>
                <a:sym typeface="Arial"/>
              </a:defRPr>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Google Shape;144;p22"/>
          <p:cNvSpPr txBox="1"/>
          <p:nvPr>
            <p:ph type="title"/>
          </p:nvPr>
        </p:nvSpPr>
        <p:spPr>
          <a:xfrm>
            <a:off x="812800" y="274638"/>
            <a:ext cx="10668000" cy="487502"/>
          </a:xfrm>
          <a:prstGeom prst="rect">
            <a:avLst/>
          </a:prstGeom>
        </p:spPr>
        <p:txBody>
          <a:bodyPr/>
          <a:lstStyle>
            <a:lvl1pPr defTabSz="868680">
              <a:defRPr b="0" sz="2600">
                <a:latin typeface="Cambria"/>
                <a:ea typeface="Cambria"/>
                <a:cs typeface="Cambria"/>
                <a:sym typeface="Cambria"/>
              </a:defRPr>
            </a:lvl1pPr>
          </a:lstStyle>
          <a:p>
            <a:pPr/>
            <a:r>
              <a:t>References (IEEE Paper format)</a:t>
            </a:r>
          </a:p>
        </p:txBody>
      </p:sp>
      <p:sp>
        <p:nvSpPr>
          <p:cNvPr id="180" name="Google Shape;145;p22"/>
          <p:cNvSpPr txBox="1"/>
          <p:nvPr>
            <p:ph type="body" idx="1"/>
          </p:nvPr>
        </p:nvSpPr>
        <p:spPr>
          <a:xfrm>
            <a:off x="812800" y="1142999"/>
            <a:ext cx="10668000" cy="4953003"/>
          </a:xfrm>
          <a:prstGeom prst="rect">
            <a:avLst/>
          </a:prstGeom>
        </p:spPr>
        <p:txBody>
          <a:bodyPr/>
          <a:lstStyle/>
          <a:p>
            <a:pPr marL="0" indent="0" algn="just" defTabSz="457200">
              <a:spcBef>
                <a:spcPts val="1200"/>
              </a:spcBef>
              <a:buSzTx/>
              <a:buNone/>
              <a:defRPr sz="2000"/>
            </a:pPr>
            <a:r>
              <a:t>       [1]. T. Shamsi, A. M. Fathima, and K. R. Rajagopal, “Gamification in cognitive rehabilitation for children with learning disabilities,” IEEE Access, vol. 8, pp. 150321–150330, 2020.   </a:t>
            </a:r>
          </a:p>
          <a:p>
            <a:pPr marL="0" indent="0" defTabSz="457200">
              <a:spcBef>
                <a:spcPts val="1200"/>
              </a:spcBef>
              <a:buSzTx/>
              <a:buNone/>
              <a:defRPr sz="2000"/>
            </a:pPr>
            <a:r>
              <a:t>       [2]. S. R. Chandra and V. S. Rao, “EEG-based neurofeedback systems for           cognitive enhancement,” </a:t>
            </a:r>
            <a:r>
              <a:rPr i="1"/>
              <a:t>IEEE Transactions on Neural Systems and Rehabilitation Engineering</a:t>
            </a:r>
            <a:r>
              <a:t>, vol. 28, no. 5, pp. 1121–1130, 2020.</a:t>
            </a:r>
          </a:p>
          <a:p>
            <a:pPr marL="0" indent="0" algn="just" defTabSz="457200">
              <a:spcBef>
                <a:spcPts val="1200"/>
              </a:spcBef>
              <a:buSzTx/>
              <a:buNone/>
              <a:defRPr sz="2000"/>
            </a:pPr>
            <a:r>
              <a:t>    [3].L. Smith and M. Johnson, “Adaptive learning using AI for personalized education,” </a:t>
            </a:r>
            <a:r>
              <a:rPr i="1"/>
              <a:t>IEEE Transactions on Learning Technologies</a:t>
            </a:r>
            <a:r>
              <a:t>, vol. 14, no. 2, pp. 234–246, 2021.</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2" name="Picture 4" descr="Picture 4"/>
          <p:cNvPicPr>
            <a:picLocks noChangeAspect="1"/>
          </p:cNvPicPr>
          <p:nvPr/>
        </p:nvPicPr>
        <p:blipFill>
          <a:blip r:embed="rId2">
            <a:extLst/>
          </a:blip>
          <a:stretch>
            <a:fillRect/>
          </a:stretch>
        </p:blipFill>
        <p:spPr>
          <a:xfrm>
            <a:off x="4082810" y="1441315"/>
            <a:ext cx="3893307" cy="3935473"/>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Arial"/>
        <a:ea typeface="Arial"/>
        <a:cs typeface="Arial"/>
      </a:majorFont>
      <a:minorFont>
        <a:latin typeface="Helvetica"/>
        <a:ea typeface="Helvetica"/>
        <a:cs typeface="Helvetica"/>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